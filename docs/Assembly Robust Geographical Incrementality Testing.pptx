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IBM Plex Sans"/>
      <p:regular r:id="rId26"/>
      <p:bold r:id="rId27"/>
      <p:italic r:id="rId28"/>
      <p:boldItalic r:id="rId29"/>
    </p:embeddedFont>
    <p:embeddedFont>
      <p:font typeface="IBM Plex Mono Medium"/>
      <p:regular r:id="rId30"/>
      <p:bold r:id="rId31"/>
      <p:italic r:id="rId32"/>
      <p:boldItalic r:id="rId33"/>
    </p:embeddedFont>
    <p:embeddedFont>
      <p:font typeface="Roboto"/>
      <p:regular r:id="rId34"/>
      <p:bold r:id="rId35"/>
      <p:italic r:id="rId36"/>
      <p:boldItalic r:id="rId37"/>
    </p:embeddedFont>
    <p:embeddedFont>
      <p:font typeface="IBM Plex Mono Light"/>
      <p:regular r:id="rId38"/>
      <p:bold r:id="rId39"/>
      <p:italic r:id="rId40"/>
      <p:boldItalic r:id="rId41"/>
    </p:embeddedFont>
    <p:embeddedFont>
      <p:font typeface="IBM Plex Mono SemiBold"/>
      <p:regular r:id="rId42"/>
      <p:bold r:id="rId43"/>
      <p:italic r:id="rId44"/>
      <p:boldItalic r:id="rId45"/>
    </p:embeddedFont>
    <p:embeddedFont>
      <p:font typeface="Arial Black"/>
      <p:regular r:id="rId46"/>
    </p:embeddedFont>
    <p:embeddedFont>
      <p:font typeface="Roboto Mono"/>
      <p:regular r:id="rId47"/>
      <p:bold r:id="rId48"/>
      <p:italic r:id="rId49"/>
      <p:boldItalic r:id="rId50"/>
    </p:embeddedFont>
    <p:embeddedFont>
      <p:font typeface="IBM Plex Sans SemiBold"/>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326A0E-4E08-4F66-98AB-BA6195F68B98}">
  <a:tblStyle styleId="{C1326A0E-4E08-4F66-98AB-BA6195F68B9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MonoLight-italic.fntdata"/><Relationship Id="rId42" Type="http://schemas.openxmlformats.org/officeDocument/2006/relationships/font" Target="fonts/IBMPlexMonoSemiBold-regular.fntdata"/><Relationship Id="rId41" Type="http://schemas.openxmlformats.org/officeDocument/2006/relationships/font" Target="fonts/IBMPlexMonoLight-boldItalic.fntdata"/><Relationship Id="rId44" Type="http://schemas.openxmlformats.org/officeDocument/2006/relationships/font" Target="fonts/IBMPlexMonoSemiBold-italic.fntdata"/><Relationship Id="rId43" Type="http://schemas.openxmlformats.org/officeDocument/2006/relationships/font" Target="fonts/IBMPlexMonoSemiBold-bold.fntdata"/><Relationship Id="rId46" Type="http://schemas.openxmlformats.org/officeDocument/2006/relationships/font" Target="fonts/ArialBlack-regular.fntdata"/><Relationship Id="rId45" Type="http://schemas.openxmlformats.org/officeDocument/2006/relationships/font" Target="fonts/IBMPlexMono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MonoMedium-bold.fntdata"/><Relationship Id="rId30" Type="http://schemas.openxmlformats.org/officeDocument/2006/relationships/font" Target="fonts/IBMPlexMonoMedium-regular.fntdata"/><Relationship Id="rId33" Type="http://schemas.openxmlformats.org/officeDocument/2006/relationships/font" Target="fonts/IBMPlexMonoMedium-boldItalic.fntdata"/><Relationship Id="rId32" Type="http://schemas.openxmlformats.org/officeDocument/2006/relationships/font" Target="fonts/IBMPlexMonoMedium-italic.fntdata"/><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IBMPlexMonoLight-bold.fntdata"/><Relationship Id="rId38" Type="http://schemas.openxmlformats.org/officeDocument/2006/relationships/font" Target="fonts/IBMPlexMonoLigh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IBMPlexSans-regular.fntdata"/><Relationship Id="rId25" Type="http://schemas.openxmlformats.org/officeDocument/2006/relationships/slide" Target="slides/slide19.xml"/><Relationship Id="rId28" Type="http://schemas.openxmlformats.org/officeDocument/2006/relationships/font" Target="fonts/IBMPlexSans-italic.fntdata"/><Relationship Id="rId27" Type="http://schemas.openxmlformats.org/officeDocument/2006/relationships/font" Target="fonts/IBMPlexSans-bold.fntdata"/><Relationship Id="rId29" Type="http://schemas.openxmlformats.org/officeDocument/2006/relationships/font" Target="fonts/IBMPlexSans-boldItalic.fntdata"/><Relationship Id="rId51" Type="http://schemas.openxmlformats.org/officeDocument/2006/relationships/font" Target="fonts/IBMPlexSansSemiBold-regular.fntdata"/><Relationship Id="rId50" Type="http://schemas.openxmlformats.org/officeDocument/2006/relationships/font" Target="fonts/RobotoMono-boldItalic.fntdata"/><Relationship Id="rId53" Type="http://schemas.openxmlformats.org/officeDocument/2006/relationships/font" Target="fonts/IBMPlexSansSemiBold-italic.fntdata"/><Relationship Id="rId52" Type="http://schemas.openxmlformats.org/officeDocument/2006/relationships/font" Target="fonts/IBMPlexSansSemiBold-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IBMPlexSansSemiBold-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eda6151d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eda6151d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efd4b7363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efd4b7363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ea2242324c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ea2242324c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Measurement Challenge in a Multi-Channel Ecosystem</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Brands struggle to measure true incremental return on ad spend (iROAS) due to complex, multi-channel paths and external noise, making it difficult to distinguish ad-driven conversions from organic growth.</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Shift to Randomized Geo-Experiments</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To mitigate privacy concerns and spillover effects, the industry increasingly uses geo-based experiments, treating entire regions as randomized units. This approach is widely considered the gold standard for robust measurement.</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Vulnerability of "Greedy" Matching Designs</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Standard "greedy" matching algorithms often fail by prioritizing short-term revenue similarity over structural compatibility (e.g., demographics, ad-sensitivity). Furthermore, their "myopic" nature—sequentially locking in matches—discards viable donor units, unnecessarily inflating variance.</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t/>
            </a:r>
            <a:endParaRPr b="1" sz="800">
              <a:solidFill>
                <a:schemeClr val="dk1"/>
              </a:solidFill>
              <a:latin typeface="Roboto"/>
              <a:ea typeface="Roboto"/>
              <a:cs typeface="Roboto"/>
              <a:sym typeface="Roboto"/>
            </a:endParaRPr>
          </a:p>
          <a:p>
            <a:pPr indent="-279400" lvl="0" marL="4572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Impact of Treatment Effect Heterogeneity</a:t>
            </a:r>
            <a:endParaRPr b="1" sz="800">
              <a:solidFill>
                <a:schemeClr val="dk1"/>
              </a:solidFill>
              <a:latin typeface="Roboto"/>
              <a:ea typeface="Roboto"/>
              <a:cs typeface="Roboto"/>
              <a:sym typeface="Roboto"/>
            </a:endParaRPr>
          </a:p>
          <a:p>
            <a:pPr indent="0" lvl="0" marL="457200" rtl="0" algn="just">
              <a:spcBef>
                <a:spcPts val="0"/>
              </a:spcBef>
              <a:spcAft>
                <a:spcPts val="0"/>
              </a:spcAft>
              <a:buNone/>
            </a:pPr>
            <a:r>
              <a:rPr b="1" lang="en" sz="800">
                <a:solidFill>
                  <a:schemeClr val="dk1"/>
                </a:solidFill>
                <a:latin typeface="Roboto"/>
                <a:ea typeface="Roboto"/>
                <a:cs typeface="Roboto"/>
                <a:sym typeface="Roboto"/>
              </a:rPr>
              <a:t>Greedy matching assumes homogeneous treatment effects, ignoring the reality that regional responses are often "heavy-tailed." When algorithms pair incompatible units, estimation variance increases, undermining statistical power. Moreover, applying traditional regression to staggered rollouts in these conditions creates "negative weights," leading to biased results as documented by Callaway and Sant'Anna (2021).</a:t>
            </a:r>
            <a:endParaRPr b="1" sz="800">
              <a:solidFill>
                <a:schemeClr val="dk1"/>
              </a:solidFill>
              <a:latin typeface="Roboto"/>
              <a:ea typeface="Roboto"/>
              <a:cs typeface="Roboto"/>
              <a:sym typeface="Roboto"/>
            </a:endParaRPr>
          </a:p>
          <a:p>
            <a:pPr indent="0" lvl="0" marL="0" rtl="0" algn="just">
              <a:spcBef>
                <a:spcPts val="0"/>
              </a:spcBef>
              <a:spcAft>
                <a:spcPts val="0"/>
              </a:spcAft>
              <a:buNone/>
            </a:pPr>
            <a:r>
              <a:t/>
            </a:r>
            <a:endParaRPr b="1" sz="800">
              <a:solidFill>
                <a:schemeClr val="dk1"/>
              </a:solidFill>
              <a:latin typeface="Roboto"/>
              <a:ea typeface="Roboto"/>
              <a:cs typeface="Roboto"/>
              <a:sym typeface="Roboto"/>
            </a:endParaRPr>
          </a:p>
          <a:p>
            <a:pPr indent="-215900" lvl="0" marL="342900" rtl="0" algn="just">
              <a:spcBef>
                <a:spcPts val="0"/>
              </a:spcBef>
              <a:spcAft>
                <a:spcPts val="0"/>
              </a:spcAft>
              <a:buClr>
                <a:schemeClr val="dk1"/>
              </a:buClr>
              <a:buSzPts val="800"/>
              <a:buFont typeface="Roboto"/>
              <a:buChar char="●"/>
            </a:pPr>
            <a:r>
              <a:rPr b="1" lang="en" sz="800">
                <a:solidFill>
                  <a:schemeClr val="dk1"/>
                </a:solidFill>
                <a:latin typeface="Roboto"/>
                <a:ea typeface="Roboto"/>
                <a:cs typeface="Roboto"/>
                <a:sym typeface="Roboto"/>
              </a:rPr>
              <a:t>The Verifiability Deficit (Addressing Transparency): </a:t>
            </a:r>
            <a:r>
              <a:rPr lang="en" sz="800">
                <a:solidFill>
                  <a:schemeClr val="dk1"/>
                </a:solidFill>
                <a:latin typeface="Roboto"/>
                <a:ea typeface="Roboto"/>
                <a:cs typeface="Roboto"/>
                <a:sym typeface="Roboto"/>
              </a:rPr>
              <a:t>Stakeholders distrust unverified results. Current bias correction methods use hidden "intent proxies." When a model attributes sales to an unobservable channel (e.g., Paid Social Meta Ads), users perceive </a:t>
            </a:r>
            <a:r>
              <a:rPr b="1" lang="en" sz="800">
                <a:solidFill>
                  <a:schemeClr val="dk1"/>
                </a:solidFill>
                <a:latin typeface="Roboto"/>
                <a:ea typeface="Roboto"/>
                <a:cs typeface="Roboto"/>
                <a:sym typeface="Roboto"/>
              </a:rPr>
              <a:t>"Allocative Harm"</a:t>
            </a:r>
            <a:r>
              <a:rPr lang="en" sz="800">
                <a:solidFill>
                  <a:schemeClr val="dk1"/>
                </a:solidFill>
                <a:latin typeface="Roboto"/>
                <a:ea typeface="Roboto"/>
                <a:cs typeface="Roboto"/>
                <a:sym typeface="Roboto"/>
              </a:rPr>
              <a:t> (inflated attribution). Lacking a verifiable ground truth, users remain skeptical.</a:t>
            </a:r>
            <a:endParaRPr sz="800">
              <a:solidFill>
                <a:schemeClr val="dk1"/>
              </a:solidFill>
              <a:latin typeface="Roboto"/>
              <a:ea typeface="Roboto"/>
              <a:cs typeface="Roboto"/>
              <a:sym typeface="Roboto"/>
            </a:endParaRPr>
          </a:p>
          <a:p>
            <a:pPr indent="0" lvl="0" marL="342900" rtl="0" algn="just">
              <a:spcBef>
                <a:spcPts val="0"/>
              </a:spcBef>
              <a:spcAft>
                <a:spcPts val="0"/>
              </a:spcAft>
              <a:buNone/>
            </a:pPr>
            <a:r>
              <a:t/>
            </a:r>
            <a:endParaRPr sz="800">
              <a:solidFill>
                <a:srgbClr val="2C3E50"/>
              </a:solidFill>
              <a:latin typeface="Roboto"/>
              <a:ea typeface="Roboto"/>
              <a:cs typeface="Roboto"/>
              <a:sym typeface="Roboto"/>
            </a:endParaRPr>
          </a:p>
          <a:p>
            <a:pPr indent="-215900" lvl="0" marL="342900" rtl="0" algn="just">
              <a:spcBef>
                <a:spcPts val="0"/>
              </a:spcBef>
              <a:spcAft>
                <a:spcPts val="0"/>
              </a:spcAft>
              <a:buClr>
                <a:schemeClr val="dk1"/>
              </a:buClr>
              <a:buSzPts val="800"/>
              <a:buChar char="●"/>
            </a:pPr>
            <a:r>
              <a:rPr b="1" lang="en" sz="800">
                <a:solidFill>
                  <a:schemeClr val="dk1"/>
                </a:solidFill>
              </a:rPr>
              <a:t>Incongruence with Expert Mental Models (Addressing Interference): </a:t>
            </a:r>
            <a:r>
              <a:rPr lang="en" sz="800">
                <a:solidFill>
                  <a:schemeClr val="dk1"/>
                </a:solidFill>
              </a:rPr>
              <a:t>"Black Box" models frequently contradict expert domain knowledge, resulting in inconsistencies. For example, experts know pausing spend in one region causes budget interference (spillover) elsewhere—a physical constraint standard observational models miss. When a model output defies known market physics, the cognitive dissonance erodes expert confidence, causing rejection of even valid insights.</a:t>
            </a:r>
            <a:endParaRPr sz="800">
              <a:solidFill>
                <a:schemeClr val="dk1"/>
              </a:solidFill>
            </a:endParaRPr>
          </a:p>
          <a:p>
            <a:pPr indent="0" lvl="0" marL="342900" rtl="0" algn="just">
              <a:spcBef>
                <a:spcPts val="0"/>
              </a:spcBef>
              <a:spcAft>
                <a:spcPts val="0"/>
              </a:spcAft>
              <a:buNone/>
            </a:pPr>
            <a:r>
              <a:t/>
            </a:r>
            <a:endParaRPr sz="800">
              <a:solidFill>
                <a:schemeClr val="dk1"/>
              </a:solidFill>
            </a:endParaRPr>
          </a:p>
          <a:p>
            <a:pPr indent="-215900" lvl="0" marL="342900" rtl="0" algn="just">
              <a:spcBef>
                <a:spcPts val="0"/>
              </a:spcBef>
              <a:spcAft>
                <a:spcPts val="0"/>
              </a:spcAft>
              <a:buClr>
                <a:schemeClr val="dk1"/>
              </a:buClr>
              <a:buSzPts val="800"/>
              <a:buChar char="●"/>
            </a:pPr>
            <a:r>
              <a:rPr b="1" lang="en" sz="800">
                <a:solidFill>
                  <a:schemeClr val="dk1"/>
                </a:solidFill>
              </a:rPr>
              <a:t>The Strategic-Tactical Disconnect (Addressing Actionability):</a:t>
            </a:r>
            <a:r>
              <a:rPr lang="en" sz="800">
                <a:solidFill>
                  <a:schemeClr val="dk1"/>
                </a:solidFill>
              </a:rPr>
              <a:t> MMM provides strategic insights but fail to translate high-level strategy into granular campaign execution, leading users to abandon the model's guidance during implementation. This renders the expensive AI system operationally useless for tactical decision-making.</a:t>
            </a:r>
            <a:endParaRPr sz="800">
              <a:solidFill>
                <a:schemeClr val="dk1"/>
              </a:solidFill>
            </a:endParaRPr>
          </a:p>
          <a:p>
            <a:pPr indent="0" lvl="0" marL="342900" rtl="0" algn="just">
              <a:spcBef>
                <a:spcPts val="0"/>
              </a:spcBef>
              <a:spcAft>
                <a:spcPts val="0"/>
              </a:spcAft>
              <a:buNone/>
            </a:pPr>
            <a:r>
              <a:t/>
            </a:r>
            <a:endParaRPr sz="800">
              <a:solidFill>
                <a:schemeClr val="dk1"/>
              </a:solidFill>
            </a:endParaRPr>
          </a:p>
          <a:p>
            <a:pPr indent="-215900" lvl="0" marL="342900" rtl="0" algn="just">
              <a:spcBef>
                <a:spcPts val="0"/>
              </a:spcBef>
              <a:spcAft>
                <a:spcPts val="0"/>
              </a:spcAft>
              <a:buClr>
                <a:schemeClr val="dk1"/>
              </a:buClr>
              <a:buSzPts val="800"/>
              <a:buChar char="●"/>
            </a:pPr>
            <a:r>
              <a:rPr b="1" lang="en" sz="800">
                <a:solidFill>
                  <a:schemeClr val="dk1"/>
                </a:solidFill>
              </a:rPr>
              <a:t>Perceived Instability via Mathematical Uncertainty: </a:t>
            </a:r>
            <a:r>
              <a:rPr lang="en" sz="800">
                <a:solidFill>
                  <a:schemeClr val="dk1"/>
                </a:solidFill>
              </a:rPr>
              <a:t>Model instability, stemming from mathematical issues that results in erratic budget recommendations to non-technical stakeholders. This perceived volatility triggers </a:t>
            </a:r>
            <a:r>
              <a:rPr b="1" lang="en" sz="800">
                <a:solidFill>
                  <a:schemeClr val="dk1"/>
                </a:solidFill>
              </a:rPr>
              <a:t>“Algorithm Aversion”</a:t>
            </a:r>
            <a:r>
              <a:rPr lang="en" sz="800">
                <a:solidFill>
                  <a:schemeClr val="dk1"/>
                </a:solidFill>
              </a:rPr>
              <a:t>, leading decision-makers to revert to less accurate but reliable human heuristics.</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Callaway, B., &amp; Sant'Anna, P. H. C. (2021). Difference-in-differences with multiple time periods. </a:t>
            </a:r>
            <a:r>
              <a:rPr i="1" lang="en" sz="800">
                <a:solidFill>
                  <a:schemeClr val="dk1"/>
                </a:solidFill>
              </a:rPr>
              <a:t>Journal of Econometrics</a:t>
            </a:r>
            <a:r>
              <a:rPr lang="en" sz="800">
                <a:solidFill>
                  <a:schemeClr val="dk1"/>
                </a:solidFill>
              </a:rPr>
              <a:t>, 225(2), 200-230.</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Chen, A., Longfils, M., &amp; Remy, N. (2021). Trimmed Match Design for Randomized Paired Geo Experiments. </a:t>
            </a:r>
            <a:r>
              <a:rPr i="1" lang="en" sz="800">
                <a:solidFill>
                  <a:schemeClr val="dk1"/>
                </a:solidFill>
              </a:rPr>
              <a:t>Google Research</a:t>
            </a:r>
            <a:r>
              <a:rPr lang="en" sz="800">
                <a:solidFill>
                  <a:schemeClr val="dk1"/>
                </a:solidFill>
              </a:rPr>
              <a:t>.</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Chen, A., &amp; Au, T. C. (2021). Robust Causal Inference for Incremental Return on Ad Spend with Randomized Paired Geo Experiments. </a:t>
            </a:r>
            <a:r>
              <a:rPr i="1" lang="en" sz="800">
                <a:solidFill>
                  <a:schemeClr val="dk1"/>
                </a:solidFill>
              </a:rPr>
              <a:t>Google Research</a:t>
            </a:r>
            <a:r>
              <a:rPr lang="en" sz="800">
                <a:solidFill>
                  <a:schemeClr val="dk1"/>
                </a:solidFill>
              </a:rPr>
              <a:t>.</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Rolnick, D., Aydin, K., Pouget-Abadie, J., Kamali, S., Mirrokni, V., &amp; Najmi, A. (2019). Randomized experimental design via geographic clustering. </a:t>
            </a:r>
            <a:r>
              <a:rPr i="1" lang="en" sz="800">
                <a:solidFill>
                  <a:schemeClr val="dk1"/>
                </a:solidFill>
              </a:rPr>
              <a:t>Proceedings of the 25th ACM SIGKDD International Conference on Knowledge Discovery &amp; Data Mining</a:t>
            </a:r>
            <a:r>
              <a:rPr lang="en" sz="800">
                <a:solidFill>
                  <a:schemeClr val="dk1"/>
                </a:solidFill>
              </a:rPr>
              <a:t>, 2745-2753.</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Zhou, L., Zhang, Q., &amp; Yuan, Y. (2019). Multisource data fusion in internet advertising with machine learning models. </a:t>
            </a:r>
            <a:r>
              <a:rPr i="1" lang="en" sz="800">
                <a:solidFill>
                  <a:schemeClr val="dk1"/>
                </a:solidFill>
              </a:rPr>
              <a:t>IEEE Transactions on Industrial Informatics</a:t>
            </a:r>
            <a:r>
              <a:rPr lang="en" sz="800">
                <a:solidFill>
                  <a:schemeClr val="dk1"/>
                </a:solidFill>
              </a:rPr>
              <a:t>, 15(12), 6566-6574.</a:t>
            </a:r>
            <a:endParaRPr sz="800">
              <a:solidFill>
                <a:schemeClr val="dk1"/>
              </a:solidFill>
            </a:endParaRPr>
          </a:p>
          <a:p>
            <a:pPr indent="0" lvl="0" marL="0" rtl="0" algn="l">
              <a:spcBef>
                <a:spcPts val="0"/>
              </a:spcBef>
              <a:spcAft>
                <a:spcPts val="0"/>
              </a:spcAft>
              <a:buNone/>
            </a:pPr>
            <a:r>
              <a:t/>
            </a:r>
            <a:endParaRPr sz="800"/>
          </a:p>
        </p:txBody>
      </p:sp>
      <p:sp>
        <p:nvSpPr>
          <p:cNvPr id="764" name="Google Shape;764;g3ea2242324c_0_3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efd4b7363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efd4b7363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Arkhangelsky, D., Athey, S., Hirshberg, D. A., Imbens, G. W., &amp; Wager, S. (2021). Synthetic difference-in-differences. The American Economic Review, 111(12), 4088-4118. (Use this to cite the challenges of time-varying confounders and the failure of parallel trends in standard control frameworks).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Huber, M. (2024). Causal Machine Learning and its adoption in marketing. (Use this to cite the importance of rigorous causal ML frameworks and heterogeneity analysis as a prerequisite in modern experimental design).</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efd4b7363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3efd4b7363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efd4b7363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efd4b7363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eda6151d2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eda6151d2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efd4b7363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efd4b7363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da6151d2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eda6151d2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conclude, this is the complete, end-to-end causal ecosystem. By orchestrating these five distinct computational steps into a single, zero-touch dashboard, we have effectively solved the explainability gap. We move from initial discovery with SEM, to objective market matching, through predictive simulation and rigorous safety gates, all the way to final econometric analysis. This architecture ensures that strategic media planners can launch complex, mathematically sound financial experiments without ever touching a line of code or a vulnerable spreadsheet. Thank you.</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da6151d2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3eda6151d2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eda6151d2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3eda6151d2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efd4b7363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efd4b7363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de7f2ba989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3de7f2ba989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Structural Equation Modeling (SEM) dynamically maps how different paid media channels influence each 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allows us to visually validate causal assumptions before committing budget, guaranteeing we select the channel providing the cleanest incremental signal.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de7f2ba98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3de7f2ba98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clustering automates objective market selection, effectively addressing geographic heterogeneity.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algorithm mathematically groups regions based on historical trajectories, expenditure, and temporal patterns to ensure available control markets are perfectly homogenous twins.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de7f2ba98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3de7f2ba98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final step acts as a statistical safety net. Before generating the final Execution Playbook, the dashboard forces the design through algorithmic gatekeepers. It automatically runs A/A Placebo tests, scans for autocorrelation via Durbin-Watson, and monitors model drift using Brownian Bridge. The result is a foolproof interface that translates dense econometric theory into a safe, actionable strategy.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de7f2ba98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de7f2ba98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Step 5 automates the post-test analysis. Once the physical experiment concludes, the system ingests the data and runs a Time-Based Regression (TBR) to calculate the true incremental lift against our modeled counterfactual. Crucially, it translates these complex econometric outputs—including 90% confidence intervals—into executive-ready visual waterfalls and cumulative lift charts. This instantly proves the final ROI, closing the loop from our initial causal hypothesis to a verified, mathematically sound financial return.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e4ccf4b75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e4ccf4b75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Step 5 automates the post-test analysis. Once the physical experiment concludes, the system ingests the data and runs a Time-Based Regression (TBR) to calculate the true incremental lift against our modeled counterfactual. Crucially, it translates these complex econometric outputs—including 90% confidence intervals—into executive-ready visual waterfalls and cumulative lift charts. This instantly proves the final ROI, closing the loop from our initial causal hypothesis to a verified, mathematically sound financial return.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efd4b73635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3efd4b7363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with image" showMasterSp="0">
  <p:cSld name="1_Title Slide with image">
    <p:bg>
      <p:bgPr>
        <a:solidFill>
          <a:schemeClr val="dk2"/>
        </a:solidFill>
      </p:bgPr>
    </p:bg>
    <p:spTree>
      <p:nvGrpSpPr>
        <p:cNvPr id="16" name="Shape 16"/>
        <p:cNvGrpSpPr/>
        <p:nvPr/>
      </p:nvGrpSpPr>
      <p:grpSpPr>
        <a:xfrm>
          <a:off x="0" y="0"/>
          <a:ext cx="0" cy="0"/>
          <a:chOff x="0" y="0"/>
          <a:chExt cx="0" cy="0"/>
        </a:xfrm>
      </p:grpSpPr>
      <p:pic>
        <p:nvPicPr>
          <p:cNvPr id="17" name="Google Shape;17;p2"/>
          <p:cNvPicPr preferRelativeResize="0"/>
          <p:nvPr/>
        </p:nvPicPr>
        <p:blipFill rotWithShape="1">
          <a:blip r:embed="rId2">
            <a:alphaModFix/>
          </a:blip>
          <a:srcRect b="12475" l="0" r="0" t="12475"/>
          <a:stretch/>
        </p:blipFill>
        <p:spPr>
          <a:xfrm flipH="1">
            <a:off x="0" y="0"/>
            <a:ext cx="9144000" cy="5143501"/>
          </a:xfrm>
          <a:prstGeom prst="rect">
            <a:avLst/>
          </a:prstGeom>
          <a:noFill/>
          <a:ln>
            <a:noFill/>
          </a:ln>
        </p:spPr>
      </p:pic>
      <p:sp>
        <p:nvSpPr>
          <p:cNvPr id="18" name="Google Shape;18;p2"/>
          <p:cNvSpPr/>
          <p:nvPr/>
        </p:nvSpPr>
        <p:spPr>
          <a:xfrm>
            <a:off x="0" y="0"/>
            <a:ext cx="9144000" cy="5143500"/>
          </a:xfrm>
          <a:prstGeom prst="rect">
            <a:avLst/>
          </a:prstGeom>
          <a:solidFill>
            <a:schemeClr val="dk2">
              <a:alpha val="87058"/>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19" name="Google Shape;19;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 name="Google Shape;20;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2"/>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pic>
        <p:nvPicPr>
          <p:cNvPr descr="A picture containing text, clock, clipart&#10;&#10;Description automatically generated" id="22" name="Google Shape;22;p2"/>
          <p:cNvPicPr preferRelativeResize="0"/>
          <p:nvPr/>
        </p:nvPicPr>
        <p:blipFill rotWithShape="1">
          <a:blip r:embed="rId3">
            <a:alphaModFix/>
          </a:blip>
          <a:srcRect b="0" l="0" r="0" t="0"/>
          <a:stretch/>
        </p:blipFill>
        <p:spPr>
          <a:xfrm>
            <a:off x="1258678" y="715551"/>
            <a:ext cx="1878806" cy="38134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howMasterSp="0" type="title">
  <p:cSld name="TITLE">
    <p:bg>
      <p:bgPr>
        <a:solidFill>
          <a:schemeClr val="dk2"/>
        </a:solidFill>
      </p:bgPr>
    </p:bg>
    <p:spTree>
      <p:nvGrpSpPr>
        <p:cNvPr id="23" name="Shape 23"/>
        <p:cNvGrpSpPr/>
        <p:nvPr/>
      </p:nvGrpSpPr>
      <p:grpSpPr>
        <a:xfrm>
          <a:off x="0" y="0"/>
          <a:ext cx="0" cy="0"/>
          <a:chOff x="0" y="0"/>
          <a:chExt cx="0" cy="0"/>
        </a:xfrm>
      </p:grpSpPr>
      <p:sp>
        <p:nvSpPr>
          <p:cNvPr id="24" name="Google Shape;24;p3"/>
          <p:cNvSpPr txBox="1"/>
          <p:nvPr>
            <p:ph type="ctrTitle"/>
          </p:nvPr>
        </p:nvSpPr>
        <p:spPr>
          <a:xfrm>
            <a:off x="1143000" y="1783080"/>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6000"/>
              <a:buFont typeface="IBM Plex Sans SemiBold"/>
              <a:buNone/>
              <a:defRPr sz="60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3"/>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lt2"/>
              </a:buClr>
              <a:buSzPts val="1500"/>
              <a:buNone/>
              <a:defRPr sz="15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6" name="Google Shape;26;p3"/>
          <p:cNvSpPr txBox="1"/>
          <p:nvPr/>
        </p:nvSpPr>
        <p:spPr>
          <a:xfrm>
            <a:off x="107153" y="4856730"/>
            <a:ext cx="17628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 showMasterSp="0">
  <p:cSld name="Title Slide with image">
    <p:bg>
      <p:bgPr>
        <a:solidFill>
          <a:schemeClr val="dk2"/>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rotWithShape="1">
          <a:blip r:embed="rId2">
            <a:alphaModFix/>
          </a:blip>
          <a:srcRect b="12475" l="0" r="0" t="12475"/>
          <a:stretch/>
        </p:blipFill>
        <p:spPr>
          <a:xfrm flipH="1">
            <a:off x="0" y="0"/>
            <a:ext cx="9144000" cy="5143501"/>
          </a:xfrm>
          <a:prstGeom prst="rect">
            <a:avLst/>
          </a:prstGeom>
          <a:noFill/>
          <a:ln>
            <a:noFill/>
          </a:ln>
        </p:spPr>
      </p:pic>
      <p:sp>
        <p:nvSpPr>
          <p:cNvPr id="29" name="Google Shape;29;p4"/>
          <p:cNvSpPr/>
          <p:nvPr/>
        </p:nvSpPr>
        <p:spPr>
          <a:xfrm>
            <a:off x="0" y="0"/>
            <a:ext cx="9144000" cy="5143500"/>
          </a:xfrm>
          <a:prstGeom prst="rect">
            <a:avLst/>
          </a:prstGeom>
          <a:solidFill>
            <a:schemeClr val="dk2">
              <a:alpha val="87058"/>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30" name="Google Shape;30;p4"/>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 name="Google Shape;31;p4"/>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 name="Google Shape;32;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33" name="Google Shape;33;p4"/>
          <p:cNvGrpSpPr/>
          <p:nvPr/>
        </p:nvGrpSpPr>
        <p:grpSpPr>
          <a:xfrm>
            <a:off x="5220783" y="1530807"/>
            <a:ext cx="1634792" cy="1559130"/>
            <a:chOff x="6961044" y="2028825"/>
            <a:chExt cx="2179723" cy="2078839"/>
          </a:xfrm>
        </p:grpSpPr>
        <p:sp>
          <p:nvSpPr>
            <p:cNvPr id="34" name="Google Shape;34;p4"/>
            <p:cNvSpPr/>
            <p:nvPr/>
          </p:nvSpPr>
          <p:spPr>
            <a:xfrm>
              <a:off x="6961044" y="3080496"/>
              <a:ext cx="1027168" cy="102716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5" name="Google Shape;35;p4"/>
            <p:cNvSpPr/>
            <p:nvPr/>
          </p:nvSpPr>
          <p:spPr>
            <a:xfrm>
              <a:off x="7823132" y="2028825"/>
              <a:ext cx="1317635" cy="2078839"/>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grpSp>
      <p:sp>
        <p:nvSpPr>
          <p:cNvPr id="36" name="Google Shape;36;p4"/>
          <p:cNvSpPr/>
          <p:nvPr/>
        </p:nvSpPr>
        <p:spPr>
          <a:xfrm>
            <a:off x="2254611" y="3360502"/>
            <a:ext cx="4631232" cy="271180"/>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7" name="Google Shape;37;p4"/>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title" showMasterSp="0">
  <p:cSld name="2 logo title">
    <p:bg>
      <p:bgPr>
        <a:solidFill>
          <a:schemeClr val="dk2"/>
        </a:solidFill>
      </p:bgPr>
    </p:bg>
    <p:spTree>
      <p:nvGrpSpPr>
        <p:cNvPr id="38" name="Shape 38"/>
        <p:cNvGrpSpPr/>
        <p:nvPr/>
      </p:nvGrpSpPr>
      <p:grpSpPr>
        <a:xfrm>
          <a:off x="0" y="0"/>
          <a:ext cx="0" cy="0"/>
          <a:chOff x="0" y="0"/>
          <a:chExt cx="0" cy="0"/>
        </a:xfrm>
      </p:grpSpPr>
      <p:sp>
        <p:nvSpPr>
          <p:cNvPr id="39" name="Google Shape;39;p5"/>
          <p:cNvSpPr/>
          <p:nvPr>
            <p:ph idx="2" type="pic"/>
          </p:nvPr>
        </p:nvSpPr>
        <p:spPr>
          <a:xfrm>
            <a:off x="0" y="0"/>
            <a:ext cx="9144000" cy="5143500"/>
          </a:xfrm>
          <a:prstGeom prst="rect">
            <a:avLst/>
          </a:prstGeom>
          <a:noFill/>
          <a:ln>
            <a:noFill/>
          </a:ln>
        </p:spPr>
      </p:sp>
      <p:sp>
        <p:nvSpPr>
          <p:cNvPr id="40" name="Google Shape;40;p5"/>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1" name="Google Shape;41;p5"/>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 name="Google Shape;42;p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3" name="Google Shape;43;p5"/>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_" showMasterSp="0">
  <p:cSld name="Agenda_">
    <p:bg>
      <p:bgPr>
        <a:solidFill>
          <a:schemeClr val="dk2"/>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25939" l="0" r="0" t="0"/>
          <a:stretch/>
        </p:blipFill>
        <p:spPr>
          <a:xfrm>
            <a:off x="1143" y="0"/>
            <a:ext cx="9141713" cy="5074443"/>
          </a:xfrm>
          <a:prstGeom prst="rect">
            <a:avLst/>
          </a:prstGeom>
          <a:noFill/>
          <a:ln>
            <a:noFill/>
          </a:ln>
        </p:spPr>
      </p:pic>
      <p:sp>
        <p:nvSpPr>
          <p:cNvPr id="46" name="Google Shape;46;p6"/>
          <p:cNvSpPr/>
          <p:nvPr/>
        </p:nvSpPr>
        <p:spPr>
          <a:xfrm>
            <a:off x="0" y="0"/>
            <a:ext cx="9144000" cy="5143500"/>
          </a:xfrm>
          <a:prstGeom prst="rect">
            <a:avLst/>
          </a:prstGeom>
          <a:solidFill>
            <a:schemeClr val="dk2">
              <a:alpha val="87058"/>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47" name="Google Shape;47;p6"/>
          <p:cNvSpPr/>
          <p:nvPr>
            <p:ph idx="2" type="pic"/>
          </p:nvPr>
        </p:nvSpPr>
        <p:spPr>
          <a:xfrm>
            <a:off x="0" y="0"/>
            <a:ext cx="9144000" cy="5143500"/>
          </a:xfrm>
          <a:prstGeom prst="rect">
            <a:avLst/>
          </a:prstGeom>
          <a:noFill/>
          <a:ln>
            <a:noFill/>
          </a:ln>
        </p:spPr>
      </p:sp>
      <p:sp>
        <p:nvSpPr>
          <p:cNvPr id="48" name="Google Shape;48;p6"/>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Google Shape;49;p6"/>
          <p:cNvSpPr txBox="1"/>
          <p:nvPr>
            <p:ph type="ctrTitle"/>
          </p:nvPr>
        </p:nvSpPr>
        <p:spPr>
          <a:xfrm>
            <a:off x="685800" y="1676400"/>
            <a:ext cx="2273100" cy="1790700"/>
          </a:xfrm>
          <a:prstGeom prst="rect">
            <a:avLst/>
          </a:prstGeom>
          <a:noFill/>
          <a:ln>
            <a:noFill/>
          </a:ln>
        </p:spPr>
        <p:txBody>
          <a:bodyPr anchorCtr="0" anchor="ctr"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0" name="Google Shape;50;p6"/>
          <p:cNvSpPr txBox="1"/>
          <p:nvPr>
            <p:ph idx="1" type="body"/>
          </p:nvPr>
        </p:nvSpPr>
        <p:spPr>
          <a:xfrm>
            <a:off x="3429000" y="1094185"/>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5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6"/>
          <p:cNvSpPr txBox="1"/>
          <p:nvPr>
            <p:ph idx="3" type="body"/>
          </p:nvPr>
        </p:nvSpPr>
        <p:spPr>
          <a:xfrm>
            <a:off x="4262678" y="1086466"/>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Font typeface="IBM Plex Sans"/>
              <a:buNone/>
              <a:defRPr sz="1200">
                <a:solidFill>
                  <a:schemeClr val="lt1"/>
                </a:solidFill>
              </a:defRPr>
            </a:lvl1pPr>
            <a:lvl2pPr indent="-228600" lvl="1" marL="914400" algn="l">
              <a:lnSpc>
                <a:spcPct val="90000"/>
              </a:lnSpc>
              <a:spcBef>
                <a:spcPts val="400"/>
              </a:spcBef>
              <a:spcAft>
                <a:spcPts val="0"/>
              </a:spcAft>
              <a:buClr>
                <a:schemeClr val="lt1"/>
              </a:buClr>
              <a:buSzPts val="1400"/>
              <a:buFont typeface="IBM Plex Sans"/>
              <a:buNone/>
              <a:defRPr>
                <a:solidFill>
                  <a:schemeClr val="lt1"/>
                </a:solidFill>
              </a:defRPr>
            </a:lvl2pPr>
            <a:lvl3pPr indent="-228600" lvl="2" marL="1371600" algn="l">
              <a:lnSpc>
                <a:spcPct val="90000"/>
              </a:lnSpc>
              <a:spcBef>
                <a:spcPts val="400"/>
              </a:spcBef>
              <a:spcAft>
                <a:spcPts val="0"/>
              </a:spcAft>
              <a:buClr>
                <a:schemeClr val="lt1"/>
              </a:buClr>
              <a:buSzPts val="1200"/>
              <a:buFont typeface="IBM Plex Sans"/>
              <a:buNone/>
              <a:defRPr>
                <a:solidFill>
                  <a:schemeClr val="lt1"/>
                </a:solidFill>
              </a:defRPr>
            </a:lvl3pPr>
            <a:lvl4pPr indent="-228600" lvl="3" marL="1828800" algn="l">
              <a:lnSpc>
                <a:spcPct val="90000"/>
              </a:lnSpc>
              <a:spcBef>
                <a:spcPts val="400"/>
              </a:spcBef>
              <a:spcAft>
                <a:spcPts val="0"/>
              </a:spcAft>
              <a:buClr>
                <a:schemeClr val="lt1"/>
              </a:buClr>
              <a:buSzPts val="1100"/>
              <a:buFont typeface="IBM Plex Sans"/>
              <a:buNone/>
              <a:defRPr>
                <a:solidFill>
                  <a:schemeClr val="lt1"/>
                </a:solidFill>
              </a:defRPr>
            </a:lvl4pPr>
            <a:lvl5pPr indent="-228600" lvl="4" marL="2286000" algn="l">
              <a:lnSpc>
                <a:spcPct val="90000"/>
              </a:lnSpc>
              <a:spcBef>
                <a:spcPts val="400"/>
              </a:spcBef>
              <a:spcAft>
                <a:spcPts val="0"/>
              </a:spcAft>
              <a:buClr>
                <a:schemeClr val="lt1"/>
              </a:buClr>
              <a:buSzPts val="1100"/>
              <a:buFont typeface="IBM Plex Sans"/>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 name="Google Shape;52;p6"/>
          <p:cNvSpPr txBox="1"/>
          <p:nvPr>
            <p:ph idx="4" type="body"/>
          </p:nvPr>
        </p:nvSpPr>
        <p:spPr>
          <a:xfrm>
            <a:off x="4262678" y="1616099"/>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6"/>
          <p:cNvSpPr txBox="1"/>
          <p:nvPr>
            <p:ph idx="5" type="body"/>
          </p:nvPr>
        </p:nvSpPr>
        <p:spPr>
          <a:xfrm>
            <a:off x="4262678" y="2145731"/>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6"/>
          <p:cNvSpPr txBox="1"/>
          <p:nvPr>
            <p:ph idx="6" type="body"/>
          </p:nvPr>
        </p:nvSpPr>
        <p:spPr>
          <a:xfrm>
            <a:off x="4262678" y="2675364"/>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 name="Google Shape;55;p6"/>
          <p:cNvSpPr txBox="1"/>
          <p:nvPr>
            <p:ph idx="7" type="body"/>
          </p:nvPr>
        </p:nvSpPr>
        <p:spPr>
          <a:xfrm>
            <a:off x="4262678" y="3204997"/>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6"/>
          <p:cNvSpPr txBox="1"/>
          <p:nvPr>
            <p:ph idx="8" type="body"/>
          </p:nvPr>
        </p:nvSpPr>
        <p:spPr>
          <a:xfrm>
            <a:off x="4262678" y="3734628"/>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 name="Google Shape;57;p6"/>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58" name="Google Shape;58;p6"/>
          <p:cNvGrpSpPr/>
          <p:nvPr/>
        </p:nvGrpSpPr>
        <p:grpSpPr>
          <a:xfrm>
            <a:off x="8712720" y="4727428"/>
            <a:ext cx="260015" cy="327279"/>
            <a:chOff x="4581525" y="1524000"/>
            <a:chExt cx="3026949" cy="3809999"/>
          </a:xfrm>
        </p:grpSpPr>
        <p:sp>
          <p:nvSpPr>
            <p:cNvPr id="59" name="Google Shape;59;p6"/>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0" name="Google Shape;60;p6"/>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61" name="Google Shape;61;p6"/>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
        <p:nvSpPr>
          <p:cNvPr id="62" name="Google Shape;62;p6"/>
          <p:cNvSpPr txBox="1"/>
          <p:nvPr>
            <p:ph idx="9" type="body"/>
          </p:nvPr>
        </p:nvSpPr>
        <p:spPr>
          <a:xfrm>
            <a:off x="3429000" y="1616099"/>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accent1"/>
              </a:buClr>
              <a:buSzPts val="1400"/>
              <a:buChar char="+"/>
              <a:defRPr>
                <a:solidFill>
                  <a:schemeClr val="accent1"/>
                </a:solidFill>
              </a:defRPr>
            </a:lvl2pPr>
            <a:lvl3pPr indent="-304800" lvl="2" marL="1371600" algn="l">
              <a:lnSpc>
                <a:spcPct val="90000"/>
              </a:lnSpc>
              <a:spcBef>
                <a:spcPts val="400"/>
              </a:spcBef>
              <a:spcAft>
                <a:spcPts val="0"/>
              </a:spcAft>
              <a:buClr>
                <a:schemeClr val="accent1"/>
              </a:buClr>
              <a:buSzPts val="1200"/>
              <a:buChar char="+"/>
              <a:defRPr>
                <a:solidFill>
                  <a:schemeClr val="accent1"/>
                </a:solidFill>
              </a:defRPr>
            </a:lvl3pPr>
            <a:lvl4pPr indent="-298450" lvl="3" marL="1828800" algn="l">
              <a:lnSpc>
                <a:spcPct val="90000"/>
              </a:lnSpc>
              <a:spcBef>
                <a:spcPts val="400"/>
              </a:spcBef>
              <a:spcAft>
                <a:spcPts val="0"/>
              </a:spcAft>
              <a:buClr>
                <a:schemeClr val="accent1"/>
              </a:buClr>
              <a:buSzPts val="1100"/>
              <a:buChar char="+"/>
              <a:defRPr>
                <a:solidFill>
                  <a:schemeClr val="accent1"/>
                </a:solidFill>
              </a:defRPr>
            </a:lvl4pPr>
            <a:lvl5pPr indent="-298450" lvl="4" marL="2286000" algn="l">
              <a:lnSpc>
                <a:spcPct val="90000"/>
              </a:lnSpc>
              <a:spcBef>
                <a:spcPts val="400"/>
              </a:spcBef>
              <a:spcAft>
                <a:spcPts val="0"/>
              </a:spcAft>
              <a:buClr>
                <a:schemeClr val="accent1"/>
              </a:buClr>
              <a:buSzPts val="1100"/>
              <a:buChar char="+"/>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 name="Google Shape;63;p6"/>
          <p:cNvSpPr txBox="1"/>
          <p:nvPr>
            <p:ph idx="13" type="body"/>
          </p:nvPr>
        </p:nvSpPr>
        <p:spPr>
          <a:xfrm>
            <a:off x="3429000" y="2145731"/>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accent1"/>
              </a:buClr>
              <a:buSzPts val="1400"/>
              <a:buChar char="+"/>
              <a:defRPr>
                <a:solidFill>
                  <a:schemeClr val="accent1"/>
                </a:solidFill>
              </a:defRPr>
            </a:lvl2pPr>
            <a:lvl3pPr indent="-304800" lvl="2" marL="1371600" algn="l">
              <a:lnSpc>
                <a:spcPct val="90000"/>
              </a:lnSpc>
              <a:spcBef>
                <a:spcPts val="400"/>
              </a:spcBef>
              <a:spcAft>
                <a:spcPts val="0"/>
              </a:spcAft>
              <a:buClr>
                <a:schemeClr val="accent1"/>
              </a:buClr>
              <a:buSzPts val="1200"/>
              <a:buChar char="+"/>
              <a:defRPr>
                <a:solidFill>
                  <a:schemeClr val="accent1"/>
                </a:solidFill>
              </a:defRPr>
            </a:lvl3pPr>
            <a:lvl4pPr indent="-298450" lvl="3" marL="1828800" algn="l">
              <a:lnSpc>
                <a:spcPct val="90000"/>
              </a:lnSpc>
              <a:spcBef>
                <a:spcPts val="400"/>
              </a:spcBef>
              <a:spcAft>
                <a:spcPts val="0"/>
              </a:spcAft>
              <a:buClr>
                <a:schemeClr val="accent1"/>
              </a:buClr>
              <a:buSzPts val="1100"/>
              <a:buChar char="+"/>
              <a:defRPr>
                <a:solidFill>
                  <a:schemeClr val="accent1"/>
                </a:solidFill>
              </a:defRPr>
            </a:lvl4pPr>
            <a:lvl5pPr indent="-298450" lvl="4" marL="2286000" algn="l">
              <a:lnSpc>
                <a:spcPct val="90000"/>
              </a:lnSpc>
              <a:spcBef>
                <a:spcPts val="400"/>
              </a:spcBef>
              <a:spcAft>
                <a:spcPts val="0"/>
              </a:spcAft>
              <a:buClr>
                <a:schemeClr val="accent1"/>
              </a:buClr>
              <a:buSzPts val="1100"/>
              <a:buChar char="+"/>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 name="Google Shape;64;p6"/>
          <p:cNvSpPr txBox="1"/>
          <p:nvPr>
            <p:ph idx="14" type="body"/>
          </p:nvPr>
        </p:nvSpPr>
        <p:spPr>
          <a:xfrm>
            <a:off x="3429000" y="2675364"/>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accent1"/>
              </a:buClr>
              <a:buSzPts val="1400"/>
              <a:buChar char="+"/>
              <a:defRPr>
                <a:solidFill>
                  <a:schemeClr val="accent1"/>
                </a:solidFill>
              </a:defRPr>
            </a:lvl2pPr>
            <a:lvl3pPr indent="-304800" lvl="2" marL="1371600" algn="l">
              <a:lnSpc>
                <a:spcPct val="90000"/>
              </a:lnSpc>
              <a:spcBef>
                <a:spcPts val="400"/>
              </a:spcBef>
              <a:spcAft>
                <a:spcPts val="0"/>
              </a:spcAft>
              <a:buClr>
                <a:schemeClr val="accent1"/>
              </a:buClr>
              <a:buSzPts val="1200"/>
              <a:buChar char="+"/>
              <a:defRPr>
                <a:solidFill>
                  <a:schemeClr val="accent1"/>
                </a:solidFill>
              </a:defRPr>
            </a:lvl3pPr>
            <a:lvl4pPr indent="-298450" lvl="3" marL="1828800" algn="l">
              <a:lnSpc>
                <a:spcPct val="90000"/>
              </a:lnSpc>
              <a:spcBef>
                <a:spcPts val="400"/>
              </a:spcBef>
              <a:spcAft>
                <a:spcPts val="0"/>
              </a:spcAft>
              <a:buClr>
                <a:schemeClr val="accent1"/>
              </a:buClr>
              <a:buSzPts val="1100"/>
              <a:buChar char="+"/>
              <a:defRPr>
                <a:solidFill>
                  <a:schemeClr val="accent1"/>
                </a:solidFill>
              </a:defRPr>
            </a:lvl4pPr>
            <a:lvl5pPr indent="-298450" lvl="4" marL="2286000" algn="l">
              <a:lnSpc>
                <a:spcPct val="90000"/>
              </a:lnSpc>
              <a:spcBef>
                <a:spcPts val="400"/>
              </a:spcBef>
              <a:spcAft>
                <a:spcPts val="0"/>
              </a:spcAft>
              <a:buClr>
                <a:schemeClr val="accent1"/>
              </a:buClr>
              <a:buSzPts val="1100"/>
              <a:buChar char="+"/>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6"/>
          <p:cNvSpPr txBox="1"/>
          <p:nvPr>
            <p:ph idx="15" type="body"/>
          </p:nvPr>
        </p:nvSpPr>
        <p:spPr>
          <a:xfrm>
            <a:off x="3429000" y="3204997"/>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228600" lvl="1" marL="914400" algn="l">
              <a:lnSpc>
                <a:spcPct val="90000"/>
              </a:lnSpc>
              <a:spcBef>
                <a:spcPts val="400"/>
              </a:spcBef>
              <a:spcAft>
                <a:spcPts val="0"/>
              </a:spcAft>
              <a:buClr>
                <a:schemeClr val="accent1"/>
              </a:buClr>
              <a:buSzPts val="1400"/>
              <a:buNone/>
              <a:defRPr>
                <a:solidFill>
                  <a:schemeClr val="accent1"/>
                </a:solidFill>
              </a:defRPr>
            </a:lvl2pPr>
            <a:lvl3pPr indent="-228600" lvl="2" marL="1371600" algn="l">
              <a:lnSpc>
                <a:spcPct val="90000"/>
              </a:lnSpc>
              <a:spcBef>
                <a:spcPts val="400"/>
              </a:spcBef>
              <a:spcAft>
                <a:spcPts val="0"/>
              </a:spcAft>
              <a:buClr>
                <a:schemeClr val="accent1"/>
              </a:buClr>
              <a:buSzPts val="1200"/>
              <a:buNone/>
              <a:defRPr>
                <a:solidFill>
                  <a:schemeClr val="accent1"/>
                </a:solidFill>
              </a:defRPr>
            </a:lvl3pPr>
            <a:lvl4pPr indent="-228600" lvl="3" marL="1828800" algn="l">
              <a:lnSpc>
                <a:spcPct val="90000"/>
              </a:lnSpc>
              <a:spcBef>
                <a:spcPts val="400"/>
              </a:spcBef>
              <a:spcAft>
                <a:spcPts val="0"/>
              </a:spcAft>
              <a:buClr>
                <a:schemeClr val="accent1"/>
              </a:buClr>
              <a:buSzPts val="1100"/>
              <a:buNone/>
              <a:defRPr>
                <a:solidFill>
                  <a:schemeClr val="accent1"/>
                </a:solidFill>
              </a:defRPr>
            </a:lvl4pPr>
            <a:lvl5pPr indent="-228600" lvl="4" marL="2286000" algn="l">
              <a:lnSpc>
                <a:spcPct val="90000"/>
              </a:lnSpc>
              <a:spcBef>
                <a:spcPts val="400"/>
              </a:spcBef>
              <a:spcAft>
                <a:spcPts val="0"/>
              </a:spcAft>
              <a:buClr>
                <a:schemeClr val="accent1"/>
              </a:buClr>
              <a:buSzPts val="1100"/>
              <a:buNone/>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6"/>
          <p:cNvSpPr txBox="1"/>
          <p:nvPr>
            <p:ph idx="16" type="body"/>
          </p:nvPr>
        </p:nvSpPr>
        <p:spPr>
          <a:xfrm>
            <a:off x="3429000" y="3734628"/>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228600" lvl="1" marL="914400" algn="l">
              <a:lnSpc>
                <a:spcPct val="90000"/>
              </a:lnSpc>
              <a:spcBef>
                <a:spcPts val="400"/>
              </a:spcBef>
              <a:spcAft>
                <a:spcPts val="0"/>
              </a:spcAft>
              <a:buClr>
                <a:schemeClr val="accent1"/>
              </a:buClr>
              <a:buSzPts val="1400"/>
              <a:buNone/>
              <a:defRPr>
                <a:solidFill>
                  <a:schemeClr val="accent1"/>
                </a:solidFill>
              </a:defRPr>
            </a:lvl2pPr>
            <a:lvl3pPr indent="-228600" lvl="2" marL="1371600" algn="l">
              <a:lnSpc>
                <a:spcPct val="90000"/>
              </a:lnSpc>
              <a:spcBef>
                <a:spcPts val="400"/>
              </a:spcBef>
              <a:spcAft>
                <a:spcPts val="0"/>
              </a:spcAft>
              <a:buClr>
                <a:schemeClr val="accent1"/>
              </a:buClr>
              <a:buSzPts val="1200"/>
              <a:buNone/>
              <a:defRPr>
                <a:solidFill>
                  <a:schemeClr val="accent1"/>
                </a:solidFill>
              </a:defRPr>
            </a:lvl3pPr>
            <a:lvl4pPr indent="-228600" lvl="3" marL="1828800" algn="l">
              <a:lnSpc>
                <a:spcPct val="90000"/>
              </a:lnSpc>
              <a:spcBef>
                <a:spcPts val="400"/>
              </a:spcBef>
              <a:spcAft>
                <a:spcPts val="0"/>
              </a:spcAft>
              <a:buClr>
                <a:schemeClr val="accent1"/>
              </a:buClr>
              <a:buSzPts val="1100"/>
              <a:buNone/>
              <a:defRPr>
                <a:solidFill>
                  <a:schemeClr val="accent1"/>
                </a:solidFill>
              </a:defRPr>
            </a:lvl4pPr>
            <a:lvl5pPr indent="-228600" lvl="4" marL="2286000" algn="l">
              <a:lnSpc>
                <a:spcPct val="90000"/>
              </a:lnSpc>
              <a:spcBef>
                <a:spcPts val="400"/>
              </a:spcBef>
              <a:spcAft>
                <a:spcPts val="0"/>
              </a:spcAft>
              <a:buClr>
                <a:schemeClr val="accent1"/>
              </a:buClr>
              <a:buSzPts val="1100"/>
              <a:buNone/>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246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ig statement ">
  <p:cSld name="1_Big statement ">
    <p:bg>
      <p:bgPr>
        <a:solidFill>
          <a:schemeClr val="dk2"/>
        </a:solidFill>
      </p:bgPr>
    </p:bg>
    <p:spTree>
      <p:nvGrpSpPr>
        <p:cNvPr id="67" name="Shape 67"/>
        <p:cNvGrpSpPr/>
        <p:nvPr/>
      </p:nvGrpSpPr>
      <p:grpSpPr>
        <a:xfrm>
          <a:off x="0" y="0"/>
          <a:ext cx="0" cy="0"/>
          <a:chOff x="0" y="0"/>
          <a:chExt cx="0" cy="0"/>
        </a:xfrm>
      </p:grpSpPr>
      <p:sp>
        <p:nvSpPr>
          <p:cNvPr id="68" name="Google Shape;68;p7"/>
          <p:cNvSpPr/>
          <p:nvPr>
            <p:ph idx="2" type="pic"/>
          </p:nvPr>
        </p:nvSpPr>
        <p:spPr>
          <a:xfrm>
            <a:off x="0" y="0"/>
            <a:ext cx="9144000" cy="5143500"/>
          </a:xfrm>
          <a:prstGeom prst="rect">
            <a:avLst/>
          </a:prstGeom>
          <a:noFill/>
          <a:ln>
            <a:noFill/>
          </a:ln>
        </p:spPr>
      </p:sp>
      <p:sp>
        <p:nvSpPr>
          <p:cNvPr id="69" name="Google Shape;69;p7"/>
          <p:cNvSpPr txBox="1"/>
          <p:nvPr>
            <p:ph type="ctrTitle"/>
          </p:nvPr>
        </p:nvSpPr>
        <p:spPr>
          <a:xfrm>
            <a:off x="1143000" y="1676400"/>
            <a:ext cx="6858000" cy="1790700"/>
          </a:xfrm>
          <a:prstGeom prst="rect">
            <a:avLst/>
          </a:prstGeom>
          <a:noFill/>
          <a:ln>
            <a:noFill/>
          </a:ln>
        </p:spPr>
        <p:txBody>
          <a:bodyPr anchorCtr="0" anchor="ctr" bIns="34275" lIns="68575" spcFirstLastPara="1" rIns="68575" wrap="square" tIns="274325">
            <a:normAutofit/>
          </a:bodyPr>
          <a:lstStyle>
            <a:lvl1pPr lvl="0" algn="l">
              <a:lnSpc>
                <a:spcPct val="90000"/>
              </a:lnSpc>
              <a:spcBef>
                <a:spcPts val="0"/>
              </a:spcBef>
              <a:spcAft>
                <a:spcPts val="0"/>
              </a:spcAft>
              <a:buClr>
                <a:schemeClr val="lt1"/>
              </a:buClr>
              <a:buSzPts val="5400"/>
              <a:buFont typeface="IBM Plex Sans SemiBold"/>
              <a:buNone/>
              <a:defRPr sz="54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7"/>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2"/>
              </a:buClr>
              <a:buSzPts val="1800"/>
              <a:buNone/>
              <a:defRPr sz="18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dk2"/>
        </a:solidFill>
      </p:bgPr>
    </p:bg>
    <p:spTree>
      <p:nvGrpSpPr>
        <p:cNvPr id="71" name="Shape 71"/>
        <p:cNvGrpSpPr/>
        <p:nvPr/>
      </p:nvGrpSpPr>
      <p:grpSpPr>
        <a:xfrm>
          <a:off x="0" y="0"/>
          <a:ext cx="0" cy="0"/>
          <a:chOff x="0" y="0"/>
          <a:chExt cx="0" cy="0"/>
        </a:xfrm>
      </p:grpSpPr>
      <p:sp>
        <p:nvSpPr>
          <p:cNvPr id="72" name="Google Shape;72;p8"/>
          <p:cNvSpPr txBox="1"/>
          <p:nvPr>
            <p:ph type="ctrTitle"/>
          </p:nvPr>
        </p:nvSpPr>
        <p:spPr>
          <a:xfrm>
            <a:off x="4572000" y="822960"/>
            <a:ext cx="4572000" cy="1790700"/>
          </a:xfrm>
          <a:prstGeom prst="rect">
            <a:avLst/>
          </a:prstGeom>
          <a:noFill/>
          <a:ln>
            <a:noFill/>
          </a:ln>
        </p:spPr>
        <p:txBody>
          <a:bodyPr anchorCtr="0" anchor="t" bIns="34275" lIns="342900" spcFirstLastPara="1" rIns="137150" wrap="square" tIns="68575">
            <a:noAutofit/>
          </a:bodyPr>
          <a:lstStyle>
            <a:lvl1pPr lvl="0" algn="l">
              <a:lnSpc>
                <a:spcPct val="90000"/>
              </a:lnSpc>
              <a:spcBef>
                <a:spcPts val="0"/>
              </a:spcBef>
              <a:spcAft>
                <a:spcPts val="0"/>
              </a:spcAft>
              <a:buClr>
                <a:schemeClr val="lt1"/>
              </a:buClr>
              <a:buSzPts val="2400"/>
              <a:buFont typeface="IBM Plex Sans SemiBold"/>
              <a:buNone/>
              <a:defRPr i="0" sz="2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 name="Google Shape;73;p8"/>
          <p:cNvSpPr/>
          <p:nvPr>
            <p:ph idx="2" type="pic"/>
          </p:nvPr>
        </p:nvSpPr>
        <p:spPr>
          <a:xfrm>
            <a:off x="0" y="-1"/>
            <a:ext cx="4572000" cy="5143500"/>
          </a:xfrm>
          <a:prstGeom prst="rect">
            <a:avLst/>
          </a:prstGeom>
          <a:noFill/>
          <a:ln>
            <a:noFill/>
          </a:ln>
        </p:spPr>
      </p:sp>
      <p:sp>
        <p:nvSpPr>
          <p:cNvPr id="74" name="Google Shape;74;p8"/>
          <p:cNvSpPr txBox="1"/>
          <p:nvPr>
            <p:ph idx="1" type="body"/>
          </p:nvPr>
        </p:nvSpPr>
        <p:spPr>
          <a:xfrm>
            <a:off x="4572000" y="1893094"/>
            <a:ext cx="4572000" cy="2621700"/>
          </a:xfrm>
          <a:prstGeom prst="rect">
            <a:avLst/>
          </a:prstGeom>
          <a:noFill/>
          <a:ln>
            <a:noFill/>
          </a:ln>
        </p:spPr>
        <p:txBody>
          <a:bodyPr anchorCtr="0" anchor="t" bIns="34275" lIns="342900" spcFirstLastPara="1" rIns="68575" wrap="square" tIns="34275">
            <a:noAutofit/>
          </a:bodyPr>
          <a:lstStyle>
            <a:lvl1pPr indent="-228600" lvl="0" marL="457200" algn="l">
              <a:lnSpc>
                <a:spcPct val="110000"/>
              </a:lnSpc>
              <a:spcBef>
                <a:spcPts val="900"/>
              </a:spcBef>
              <a:spcAft>
                <a:spcPts val="0"/>
              </a:spcAft>
              <a:buClr>
                <a:schemeClr val="lt1"/>
              </a:buClr>
              <a:buSzPts val="1500"/>
              <a:buNone/>
              <a:defRPr>
                <a:solidFill>
                  <a:schemeClr val="lt1"/>
                </a:solidFill>
              </a:defRPr>
            </a:lvl1pPr>
            <a:lvl2pPr indent="-228600" lvl="1" marL="914400" algn="l">
              <a:lnSpc>
                <a:spcPct val="90000"/>
              </a:lnSpc>
              <a:spcBef>
                <a:spcPts val="400"/>
              </a:spcBef>
              <a:spcAft>
                <a:spcPts val="0"/>
              </a:spcAft>
              <a:buClr>
                <a:schemeClr val="lt1"/>
              </a:buClr>
              <a:buSzPts val="1400"/>
              <a:buNone/>
              <a:defRPr>
                <a:solidFill>
                  <a:schemeClr val="lt1"/>
                </a:solidFill>
              </a:defRPr>
            </a:lvl2pPr>
            <a:lvl3pPr indent="-304800" lvl="2" marL="1371600" algn="l">
              <a:lnSpc>
                <a:spcPct val="90000"/>
              </a:lnSpc>
              <a:spcBef>
                <a:spcPts val="400"/>
              </a:spcBef>
              <a:spcAft>
                <a:spcPts val="0"/>
              </a:spcAft>
              <a:buClr>
                <a:schemeClr val="lt1"/>
              </a:buClr>
              <a:buSzPts val="1200"/>
              <a:buChar char="+"/>
              <a:defRPr>
                <a:solidFill>
                  <a:schemeClr val="lt1"/>
                </a:solidFill>
              </a:defRPr>
            </a:lvl3pPr>
            <a:lvl4pPr indent="-298450" lvl="3" marL="1828800" algn="l">
              <a:lnSpc>
                <a:spcPct val="90000"/>
              </a:lnSpc>
              <a:spcBef>
                <a:spcPts val="400"/>
              </a:spcBef>
              <a:spcAft>
                <a:spcPts val="0"/>
              </a:spcAft>
              <a:buClr>
                <a:schemeClr val="lt1"/>
              </a:buClr>
              <a:buSzPts val="1100"/>
              <a:buChar char="+"/>
              <a:defRPr>
                <a:solidFill>
                  <a:schemeClr val="lt1"/>
                </a:solidFill>
              </a:defRPr>
            </a:lvl4pPr>
            <a:lvl5pPr indent="-298450" lvl="4" marL="2286000" algn="l">
              <a:lnSpc>
                <a:spcPct val="90000"/>
              </a:lnSpc>
              <a:spcBef>
                <a:spcPts val="400"/>
              </a:spcBef>
              <a:spcAft>
                <a:spcPts val="0"/>
              </a:spcAft>
              <a:buClr>
                <a:schemeClr val="lt1"/>
              </a:buClr>
              <a:buSzPts val="11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8"/>
          <p:cNvSpPr/>
          <p:nvPr/>
        </p:nvSpPr>
        <p:spPr>
          <a:xfrm>
            <a:off x="4929187" y="1286456"/>
            <a:ext cx="1059432"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6" name="Google Shape;76;p8"/>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77" name="Shape 77"/>
        <p:cNvGrpSpPr/>
        <p:nvPr/>
      </p:nvGrpSpPr>
      <p:grpSpPr>
        <a:xfrm>
          <a:off x="0" y="0"/>
          <a:ext cx="0" cy="0"/>
          <a:chOff x="0" y="0"/>
          <a:chExt cx="0" cy="0"/>
        </a:xfrm>
      </p:grpSpPr>
      <p:sp>
        <p:nvSpPr>
          <p:cNvPr id="78" name="Google Shape;78;p9"/>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9"/>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9"/>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9"/>
          <p:cNvSpPr txBox="1"/>
          <p:nvPr>
            <p:ph idx="1"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400"/>
              <a:buNone/>
              <a:defRPr sz="14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1278">
          <p15:clr>
            <a:srgbClr val="FBAE40"/>
          </p15:clr>
        </p15:guide>
        <p15:guide id="2" orient="horz" pos="5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2" name="Shape 82"/>
        <p:cNvGrpSpPr/>
        <p:nvPr/>
      </p:nvGrpSpPr>
      <p:grpSpPr>
        <a:xfrm>
          <a:off x="0" y="0"/>
          <a:ext cx="0" cy="0"/>
          <a:chOff x="0" y="0"/>
          <a:chExt cx="0" cy="0"/>
        </a:xfrm>
      </p:grpSpPr>
      <p:sp>
        <p:nvSpPr>
          <p:cNvPr id="83" name="Google Shape;83;p10"/>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4" name="Shape 84"/>
        <p:cNvGrpSpPr/>
        <p:nvPr/>
      </p:nvGrpSpPr>
      <p:grpSpPr>
        <a:xfrm>
          <a:off x="0" y="0"/>
          <a:ext cx="0" cy="0"/>
          <a:chOff x="0" y="0"/>
          <a:chExt cx="0" cy="0"/>
        </a:xfrm>
      </p:grpSpPr>
      <p:sp>
        <p:nvSpPr>
          <p:cNvPr id="85" name="Google Shape;85;p11"/>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6" name="Google Shape;86;p11"/>
          <p:cNvSpPr txBox="1"/>
          <p:nvPr>
            <p:ph idx="1" type="body"/>
          </p:nvPr>
        </p:nvSpPr>
        <p:spPr>
          <a:xfrm>
            <a:off x="1440180" y="1369219"/>
            <a:ext cx="6765000" cy="3263400"/>
          </a:xfrm>
          <a:prstGeom prst="rect">
            <a:avLst/>
          </a:prstGeom>
          <a:noFill/>
          <a:ln>
            <a:noFill/>
          </a:ln>
        </p:spPr>
        <p:txBody>
          <a:bodyPr anchorCtr="0" anchor="t" bIns="34275" lIns="68575" spcFirstLastPara="1" rIns="68575" wrap="square" tIns="34275">
            <a:noAutofit/>
          </a:bodyPr>
          <a:lstStyle>
            <a:lvl1pPr indent="-323850" lvl="0" marL="457200" algn="l">
              <a:lnSpc>
                <a:spcPct val="110000"/>
              </a:lnSpc>
              <a:spcBef>
                <a:spcPts val="900"/>
              </a:spcBef>
              <a:spcAft>
                <a:spcPts val="0"/>
              </a:spcAft>
              <a:buClr>
                <a:schemeClr val="dk2"/>
              </a:buClr>
              <a:buSzPts val="1500"/>
              <a:buFont typeface="IBM Plex Sans Medium"/>
              <a:buChar char="+"/>
              <a:defRPr sz="1500"/>
            </a:lvl1pPr>
            <a:lvl2pPr indent="-317500" lvl="1" marL="914400" algn="l">
              <a:lnSpc>
                <a:spcPct val="110000"/>
              </a:lnSpc>
              <a:spcBef>
                <a:spcPts val="600"/>
              </a:spcBef>
              <a:spcAft>
                <a:spcPts val="0"/>
              </a:spcAft>
              <a:buClr>
                <a:schemeClr val="dk2"/>
              </a:buClr>
              <a:buSzPts val="1400"/>
              <a:buFont typeface="Arial"/>
              <a:buChar char="•"/>
              <a:defRPr sz="1400"/>
            </a:lvl2pPr>
            <a:lvl3pPr indent="-304800" lvl="2" marL="1371600" algn="l">
              <a:lnSpc>
                <a:spcPct val="110000"/>
              </a:lnSpc>
              <a:spcBef>
                <a:spcPts val="500"/>
              </a:spcBef>
              <a:spcAft>
                <a:spcPts val="0"/>
              </a:spcAft>
              <a:buClr>
                <a:schemeClr val="dk2"/>
              </a:buClr>
              <a:buSzPts val="1200"/>
              <a:buFont typeface="Century Gothic"/>
              <a:buChar char="−"/>
              <a:defRPr sz="1200"/>
            </a:lvl3pPr>
            <a:lvl4pPr indent="-298450" lvl="3" marL="1828800" algn="l">
              <a:lnSpc>
                <a:spcPct val="110000"/>
              </a:lnSpc>
              <a:spcBef>
                <a:spcPts val="200"/>
              </a:spcBef>
              <a:spcAft>
                <a:spcPts val="0"/>
              </a:spcAft>
              <a:buClr>
                <a:schemeClr val="dk2"/>
              </a:buClr>
              <a:buSzPts val="1100"/>
              <a:buChar char="+"/>
              <a:defRPr sz="1100"/>
            </a:lvl4pPr>
            <a:lvl5pPr indent="-298450" lvl="4" marL="2286000" algn="l">
              <a:lnSpc>
                <a:spcPct val="110000"/>
              </a:lnSpc>
              <a:spcBef>
                <a:spcPts val="200"/>
              </a:spcBef>
              <a:spcAft>
                <a:spcPts val="0"/>
              </a:spcAft>
              <a:buClr>
                <a:schemeClr val="dk2"/>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1"/>
          <p:cNvSpPr txBox="1"/>
          <p:nvPr/>
        </p:nvSpPr>
        <p:spPr>
          <a:xfrm>
            <a:off x="107153" y="4856730"/>
            <a:ext cx="17628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sp>
        <p:nvSpPr>
          <p:cNvPr id="88" name="Google Shape;88;p11"/>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90">
          <p15:clr>
            <a:srgbClr val="FBAE40"/>
          </p15:clr>
        </p15:guide>
        <p15:guide id="2" pos="127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with Header">
  <p:cSld name="Bullets with Header">
    <p:spTree>
      <p:nvGrpSpPr>
        <p:cNvPr id="89" name="Shape 89"/>
        <p:cNvGrpSpPr/>
        <p:nvPr/>
      </p:nvGrpSpPr>
      <p:grpSpPr>
        <a:xfrm>
          <a:off x="0" y="0"/>
          <a:ext cx="0" cy="0"/>
          <a:chOff x="0" y="0"/>
          <a:chExt cx="0" cy="0"/>
        </a:xfrm>
      </p:grpSpPr>
      <p:sp>
        <p:nvSpPr>
          <p:cNvPr id="90" name="Google Shape;90;p12"/>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1" name="Google Shape;91;p12"/>
          <p:cNvSpPr txBox="1"/>
          <p:nvPr>
            <p:ph idx="1" type="body"/>
          </p:nvPr>
        </p:nvSpPr>
        <p:spPr>
          <a:xfrm>
            <a:off x="1783080" y="1067991"/>
            <a:ext cx="65388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2" name="Google Shape;92;p12"/>
          <p:cNvSpPr txBox="1"/>
          <p:nvPr>
            <p:ph idx="2" type="body"/>
          </p:nvPr>
        </p:nvSpPr>
        <p:spPr>
          <a:xfrm>
            <a:off x="1783080" y="1807369"/>
            <a:ext cx="6768900" cy="2763300"/>
          </a:xfrm>
          <a:prstGeom prst="rect">
            <a:avLst/>
          </a:prstGeom>
          <a:noFill/>
          <a:ln>
            <a:noFill/>
          </a:ln>
        </p:spPr>
        <p:txBody>
          <a:bodyPr anchorCtr="0" anchor="t" bIns="0" lIns="68575" spcFirstLastPara="1" rIns="68575" wrap="square" tIns="0">
            <a:noAutofit/>
          </a:bodyPr>
          <a:lstStyle>
            <a:lvl1pPr indent="-323850" lvl="0" marL="457200" algn="l">
              <a:lnSpc>
                <a:spcPct val="90000"/>
              </a:lnSpc>
              <a:spcBef>
                <a:spcPts val="800"/>
              </a:spcBef>
              <a:spcAft>
                <a:spcPts val="0"/>
              </a:spcAft>
              <a:buClr>
                <a:schemeClr val="dk1"/>
              </a:buClr>
              <a:buSzPts val="1500"/>
              <a:buChar char="+"/>
              <a:defRPr sz="1500">
                <a:solidFill>
                  <a:schemeClr val="dk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 name="Google Shape;93;p12"/>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27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Paragraph">
  <p:cSld name="Header Paragraph">
    <p:spTree>
      <p:nvGrpSpPr>
        <p:cNvPr id="94" name="Shape 94"/>
        <p:cNvGrpSpPr/>
        <p:nvPr/>
      </p:nvGrpSpPr>
      <p:grpSpPr>
        <a:xfrm>
          <a:off x="0" y="0"/>
          <a:ext cx="0" cy="0"/>
          <a:chOff x="0" y="0"/>
          <a:chExt cx="0" cy="0"/>
        </a:xfrm>
      </p:grpSpPr>
      <p:sp>
        <p:nvSpPr>
          <p:cNvPr id="95" name="Google Shape;95;p13"/>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13"/>
          <p:cNvSpPr txBox="1"/>
          <p:nvPr>
            <p:ph idx="1" type="body"/>
          </p:nvPr>
        </p:nvSpPr>
        <p:spPr>
          <a:xfrm>
            <a:off x="1645920" y="1028700"/>
            <a:ext cx="64080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7" name="Google Shape;97;p13"/>
          <p:cNvSpPr txBox="1"/>
          <p:nvPr>
            <p:ph idx="2" type="body"/>
          </p:nvPr>
        </p:nvSpPr>
        <p:spPr>
          <a:xfrm>
            <a:off x="1645920" y="1714500"/>
            <a:ext cx="6408000" cy="2743200"/>
          </a:xfrm>
          <a:prstGeom prst="rect">
            <a:avLst/>
          </a:prstGeom>
          <a:noFill/>
          <a:ln>
            <a:noFill/>
          </a:ln>
        </p:spPr>
        <p:txBody>
          <a:bodyPr anchorCtr="0" anchor="t" bIns="34275" lIns="205725" spcFirstLastPara="1" rIns="68575" wrap="square" tIns="34275">
            <a:noAutofit/>
          </a:bodyPr>
          <a:lstStyle>
            <a:lvl1pPr indent="-228600" lvl="0" marL="457200" algn="l">
              <a:lnSpc>
                <a:spcPct val="11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 name="Google Shape;98;p13"/>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27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eader Paragraph">
  <p:cSld name="2_Header Paragraph">
    <p:spTree>
      <p:nvGrpSpPr>
        <p:cNvPr id="99" name="Shape 99"/>
        <p:cNvGrpSpPr/>
        <p:nvPr/>
      </p:nvGrpSpPr>
      <p:grpSpPr>
        <a:xfrm>
          <a:off x="0" y="0"/>
          <a:ext cx="0" cy="0"/>
          <a:chOff x="0" y="0"/>
          <a:chExt cx="0" cy="0"/>
        </a:xfrm>
      </p:grpSpPr>
      <p:sp>
        <p:nvSpPr>
          <p:cNvPr id="100" name="Google Shape;100;p14"/>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14"/>
          <p:cNvSpPr txBox="1"/>
          <p:nvPr>
            <p:ph idx="1" type="body"/>
          </p:nvPr>
        </p:nvSpPr>
        <p:spPr>
          <a:xfrm>
            <a:off x="1964531" y="1028700"/>
            <a:ext cx="64080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02" name="Google Shape;102;p14"/>
          <p:cNvSpPr txBox="1"/>
          <p:nvPr>
            <p:ph idx="2" type="body"/>
          </p:nvPr>
        </p:nvSpPr>
        <p:spPr>
          <a:xfrm>
            <a:off x="1964531" y="1714500"/>
            <a:ext cx="6408000" cy="27432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2"/>
              </a:buClr>
              <a:buSzPts val="1400"/>
              <a:buNone/>
              <a:defRPr sz="14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 name="Google Shape;103;p14"/>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27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4" name="Shape 104"/>
        <p:cNvGrpSpPr/>
        <p:nvPr/>
      </p:nvGrpSpPr>
      <p:grpSpPr>
        <a:xfrm>
          <a:off x="0" y="0"/>
          <a:ext cx="0" cy="0"/>
          <a:chOff x="0" y="0"/>
          <a:chExt cx="0" cy="0"/>
        </a:xfrm>
      </p:grpSpPr>
      <p:sp>
        <p:nvSpPr>
          <p:cNvPr id="105" name="Google Shape;105;p15"/>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6" name="Google Shape;106;p1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7" name="Google Shape;107;p1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8" name="Google Shape;108;p15"/>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109" name="Shape 109"/>
        <p:cNvGrpSpPr/>
        <p:nvPr/>
      </p:nvGrpSpPr>
      <p:grpSpPr>
        <a:xfrm>
          <a:off x="0" y="0"/>
          <a:ext cx="0" cy="0"/>
          <a:chOff x="0" y="0"/>
          <a:chExt cx="0" cy="0"/>
        </a:xfrm>
      </p:grpSpPr>
      <p:sp>
        <p:nvSpPr>
          <p:cNvPr id="110" name="Google Shape;110;p16"/>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1" name="Google Shape;111;p16"/>
          <p:cNvSpPr txBox="1"/>
          <p:nvPr>
            <p:ph idx="1" type="body"/>
          </p:nvPr>
        </p:nvSpPr>
        <p:spPr>
          <a:xfrm>
            <a:off x="628650" y="1369219"/>
            <a:ext cx="2469000" cy="3017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16"/>
          <p:cNvSpPr txBox="1"/>
          <p:nvPr>
            <p:ph idx="2" type="body"/>
          </p:nvPr>
        </p:nvSpPr>
        <p:spPr>
          <a:xfrm>
            <a:off x="3266123" y="1369219"/>
            <a:ext cx="2469000" cy="3017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3" name="Google Shape;113;p16"/>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16"/>
          <p:cNvSpPr txBox="1"/>
          <p:nvPr>
            <p:ph idx="3" type="body"/>
          </p:nvPr>
        </p:nvSpPr>
        <p:spPr>
          <a:xfrm>
            <a:off x="5903595" y="1369219"/>
            <a:ext cx="2469000" cy="3017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a:lvl1pPr>
            <a:lvl2pPr indent="-317500" lvl="1" marL="914400" algn="l">
              <a:lnSpc>
                <a:spcPct val="110000"/>
              </a:lnSpc>
              <a:spcBef>
                <a:spcPts val="400"/>
              </a:spcBef>
              <a:spcAft>
                <a:spcPts val="0"/>
              </a:spcAft>
              <a:buClr>
                <a:schemeClr val="dk1"/>
              </a:buClr>
              <a:buSzPts val="1400"/>
              <a:buFont typeface="Arial"/>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7"/>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17"/>
          <p:cNvSpPr txBox="1"/>
          <p:nvPr>
            <p:ph idx="1" type="body"/>
          </p:nvPr>
        </p:nvSpPr>
        <p:spPr>
          <a:xfrm>
            <a:off x="629841" y="685800"/>
            <a:ext cx="38682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18" name="Google Shape;118;p17"/>
          <p:cNvSpPr txBox="1"/>
          <p:nvPr>
            <p:ph idx="2" type="body"/>
          </p:nvPr>
        </p:nvSpPr>
        <p:spPr>
          <a:xfrm>
            <a:off x="629841" y="1371600"/>
            <a:ext cx="37719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sz="1400">
                <a:solidFill>
                  <a:schemeClr val="dk2"/>
                </a:solidFill>
                <a:latin typeface="IBM Plex Sans"/>
                <a:ea typeface="IBM Plex Sans"/>
                <a:cs typeface="IBM Plex Sans"/>
                <a:sym typeface="IBM Plex Sans"/>
              </a:defRPr>
            </a:lvl1pPr>
            <a:lvl2pPr indent="-304800" lvl="1" marL="9144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2pPr>
            <a:lvl3pPr indent="-298450" lvl="2" marL="13716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3pPr>
            <a:lvl4pPr indent="-285750" lvl="3" marL="18288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4pPr>
            <a:lvl5pPr indent="-285750" lvl="4" marL="22860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9" name="Google Shape;119;p17"/>
          <p:cNvSpPr txBox="1"/>
          <p:nvPr>
            <p:ph idx="3" type="body"/>
          </p:nvPr>
        </p:nvSpPr>
        <p:spPr>
          <a:xfrm>
            <a:off x="4781859" y="685800"/>
            <a:ext cx="38874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0" name="Google Shape;120;p17"/>
          <p:cNvSpPr txBox="1"/>
          <p:nvPr>
            <p:ph idx="4" type="body"/>
          </p:nvPr>
        </p:nvSpPr>
        <p:spPr>
          <a:xfrm>
            <a:off x="4781859" y="1371600"/>
            <a:ext cx="37719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sz="1400">
                <a:solidFill>
                  <a:schemeClr val="dk2"/>
                </a:solidFill>
                <a:latin typeface="IBM Plex Sans"/>
                <a:ea typeface="IBM Plex Sans"/>
                <a:cs typeface="IBM Plex Sans"/>
                <a:sym typeface="IBM Plex Sans"/>
              </a:defRPr>
            </a:lvl1pPr>
            <a:lvl2pPr indent="-304800" lvl="1" marL="9144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2pPr>
            <a:lvl3pPr indent="-298450" lvl="2" marL="13716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3pPr>
            <a:lvl4pPr indent="-285750" lvl="3" marL="18288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4pPr>
            <a:lvl5pPr indent="-285750" lvl="4" marL="22860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 name="Google Shape;121;p17"/>
          <p:cNvSpPr/>
          <p:nvPr/>
        </p:nvSpPr>
        <p:spPr>
          <a:xfrm flipH="1" rot="5400000">
            <a:off x="3372504" y="2195214"/>
            <a:ext cx="2398857"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22" name="Google Shape;122;p17"/>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Header icon">
  <p:cSld name="2 Header icon">
    <p:spTree>
      <p:nvGrpSpPr>
        <p:cNvPr id="123" name="Shape 123"/>
        <p:cNvGrpSpPr/>
        <p:nvPr/>
      </p:nvGrpSpPr>
      <p:grpSpPr>
        <a:xfrm>
          <a:off x="0" y="0"/>
          <a:ext cx="0" cy="0"/>
          <a:chOff x="0" y="0"/>
          <a:chExt cx="0" cy="0"/>
        </a:xfrm>
      </p:grpSpPr>
      <p:sp>
        <p:nvSpPr>
          <p:cNvPr id="124" name="Google Shape;124;p18"/>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5" name="Google Shape;125;p18"/>
          <p:cNvSpPr txBox="1"/>
          <p:nvPr>
            <p:ph idx="1" type="body"/>
          </p:nvPr>
        </p:nvSpPr>
        <p:spPr>
          <a:xfrm>
            <a:off x="2307431" y="834194"/>
            <a:ext cx="51222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26" name="Google Shape;126;p18"/>
          <p:cNvSpPr txBox="1"/>
          <p:nvPr>
            <p:ph idx="2" type="body"/>
          </p:nvPr>
        </p:nvSpPr>
        <p:spPr>
          <a:xfrm>
            <a:off x="2307431" y="1461997"/>
            <a:ext cx="5122200" cy="6858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2"/>
              </a:buClr>
              <a:buSzPts val="1500"/>
              <a:buNone/>
              <a:defRPr sz="1500"/>
            </a:lvl1pPr>
            <a:lvl2pPr indent="-228600" lvl="1" marL="914400" algn="l">
              <a:lnSpc>
                <a:spcPct val="90000"/>
              </a:lnSpc>
              <a:spcBef>
                <a:spcPts val="400"/>
              </a:spcBef>
              <a:spcAft>
                <a:spcPts val="0"/>
              </a:spcAft>
              <a:buClr>
                <a:schemeClr val="dk2"/>
              </a:buClr>
              <a:buSzPts val="1500"/>
              <a:buNone/>
              <a:defRPr sz="1500"/>
            </a:lvl2pPr>
            <a:lvl3pPr indent="-228600" lvl="2" marL="1371600" algn="l">
              <a:lnSpc>
                <a:spcPct val="90000"/>
              </a:lnSpc>
              <a:spcBef>
                <a:spcPts val="400"/>
              </a:spcBef>
              <a:spcAft>
                <a:spcPts val="0"/>
              </a:spcAft>
              <a:buClr>
                <a:schemeClr val="dk2"/>
              </a:buClr>
              <a:buSzPts val="1500"/>
              <a:buNone/>
              <a:defRPr sz="1500"/>
            </a:lvl3pPr>
            <a:lvl4pPr indent="-228600" lvl="3" marL="1828800" algn="l">
              <a:lnSpc>
                <a:spcPct val="90000"/>
              </a:lnSpc>
              <a:spcBef>
                <a:spcPts val="400"/>
              </a:spcBef>
              <a:spcAft>
                <a:spcPts val="0"/>
              </a:spcAft>
              <a:buClr>
                <a:schemeClr val="dk2"/>
              </a:buClr>
              <a:buSzPts val="1500"/>
              <a:buNone/>
              <a:defRPr sz="1500"/>
            </a:lvl4pPr>
            <a:lvl5pPr indent="-228600" lvl="4" marL="2286000" algn="l">
              <a:lnSpc>
                <a:spcPct val="90000"/>
              </a:lnSpc>
              <a:spcBef>
                <a:spcPts val="400"/>
              </a:spcBef>
              <a:spcAft>
                <a:spcPts val="0"/>
              </a:spcAft>
              <a:buClr>
                <a:schemeClr val="dk2"/>
              </a:buClr>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7" name="Google Shape;127;p18"/>
          <p:cNvSpPr txBox="1"/>
          <p:nvPr>
            <p:ph idx="3" type="body"/>
          </p:nvPr>
        </p:nvSpPr>
        <p:spPr>
          <a:xfrm>
            <a:off x="2307430" y="2868865"/>
            <a:ext cx="51222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18"/>
          <p:cNvSpPr txBox="1"/>
          <p:nvPr>
            <p:ph idx="4" type="body"/>
          </p:nvPr>
        </p:nvSpPr>
        <p:spPr>
          <a:xfrm>
            <a:off x="2307430" y="3475738"/>
            <a:ext cx="5122200" cy="6858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1"/>
              </a:buClr>
              <a:buSzPts val="1500"/>
              <a:buNone/>
              <a:defRPr sz="1500">
                <a:solidFill>
                  <a:schemeClr val="dk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9" name="Google Shape;129;p18"/>
          <p:cNvSpPr/>
          <p:nvPr/>
        </p:nvSpPr>
        <p:spPr>
          <a:xfrm>
            <a:off x="2307431" y="2702366"/>
            <a:ext cx="4729608" cy="34358"/>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30" name="Google Shape;130;p18"/>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2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eader icon">
  <p:cSld name="4 Header icon">
    <p:spTree>
      <p:nvGrpSpPr>
        <p:cNvPr id="131" name="Shape 131"/>
        <p:cNvGrpSpPr/>
        <p:nvPr/>
      </p:nvGrpSpPr>
      <p:grpSpPr>
        <a:xfrm>
          <a:off x="0" y="0"/>
          <a:ext cx="0" cy="0"/>
          <a:chOff x="0" y="0"/>
          <a:chExt cx="0" cy="0"/>
        </a:xfrm>
      </p:grpSpPr>
      <p:sp>
        <p:nvSpPr>
          <p:cNvPr id="132" name="Google Shape;132;p19"/>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3" name="Google Shape;133;p19"/>
          <p:cNvSpPr txBox="1"/>
          <p:nvPr>
            <p:ph idx="1" type="body"/>
          </p:nvPr>
        </p:nvSpPr>
        <p:spPr>
          <a:xfrm>
            <a:off x="960120" y="834194"/>
            <a:ext cx="32919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34" name="Google Shape;134;p19"/>
          <p:cNvSpPr txBox="1"/>
          <p:nvPr>
            <p:ph idx="2" type="body"/>
          </p:nvPr>
        </p:nvSpPr>
        <p:spPr>
          <a:xfrm>
            <a:off x="960120" y="1461998"/>
            <a:ext cx="3291900" cy="3084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2"/>
              </a:buClr>
              <a:buSzPts val="1500"/>
              <a:buNone/>
              <a:defRPr sz="1500"/>
            </a:lvl1pPr>
            <a:lvl2pPr indent="-228600" lvl="1" marL="914400" algn="l">
              <a:lnSpc>
                <a:spcPct val="90000"/>
              </a:lnSpc>
              <a:spcBef>
                <a:spcPts val="400"/>
              </a:spcBef>
              <a:spcAft>
                <a:spcPts val="0"/>
              </a:spcAft>
              <a:buClr>
                <a:schemeClr val="dk2"/>
              </a:buClr>
              <a:buSzPts val="1500"/>
              <a:buNone/>
              <a:defRPr sz="1500"/>
            </a:lvl2pPr>
            <a:lvl3pPr indent="-228600" lvl="2" marL="1371600" algn="l">
              <a:lnSpc>
                <a:spcPct val="90000"/>
              </a:lnSpc>
              <a:spcBef>
                <a:spcPts val="400"/>
              </a:spcBef>
              <a:spcAft>
                <a:spcPts val="0"/>
              </a:spcAft>
              <a:buClr>
                <a:schemeClr val="dk2"/>
              </a:buClr>
              <a:buSzPts val="1500"/>
              <a:buNone/>
              <a:defRPr sz="1500"/>
            </a:lvl3pPr>
            <a:lvl4pPr indent="-228600" lvl="3" marL="1828800" algn="l">
              <a:lnSpc>
                <a:spcPct val="90000"/>
              </a:lnSpc>
              <a:spcBef>
                <a:spcPts val="400"/>
              </a:spcBef>
              <a:spcAft>
                <a:spcPts val="0"/>
              </a:spcAft>
              <a:buClr>
                <a:schemeClr val="dk2"/>
              </a:buClr>
              <a:buSzPts val="1500"/>
              <a:buNone/>
              <a:defRPr sz="1500"/>
            </a:lvl4pPr>
            <a:lvl5pPr indent="-228600" lvl="4" marL="2286000" algn="l">
              <a:lnSpc>
                <a:spcPct val="90000"/>
              </a:lnSpc>
              <a:spcBef>
                <a:spcPts val="400"/>
              </a:spcBef>
              <a:spcAft>
                <a:spcPts val="0"/>
              </a:spcAft>
              <a:buClr>
                <a:schemeClr val="dk2"/>
              </a:buClr>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 name="Google Shape;135;p19"/>
          <p:cNvSpPr txBox="1"/>
          <p:nvPr>
            <p:ph idx="3" type="body"/>
          </p:nvPr>
        </p:nvSpPr>
        <p:spPr>
          <a:xfrm>
            <a:off x="960120" y="2868865"/>
            <a:ext cx="32919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19"/>
          <p:cNvSpPr txBox="1"/>
          <p:nvPr>
            <p:ph idx="4" type="body"/>
          </p:nvPr>
        </p:nvSpPr>
        <p:spPr>
          <a:xfrm>
            <a:off x="960120" y="3475738"/>
            <a:ext cx="3291900" cy="3084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1"/>
              </a:buClr>
              <a:buSzPts val="1500"/>
              <a:buNone/>
              <a:defRPr sz="1500">
                <a:solidFill>
                  <a:schemeClr val="dk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19"/>
          <p:cNvSpPr/>
          <p:nvPr/>
        </p:nvSpPr>
        <p:spPr>
          <a:xfrm>
            <a:off x="960120" y="2702366"/>
            <a:ext cx="3291807"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38" name="Google Shape;138;p19"/>
          <p:cNvSpPr txBox="1"/>
          <p:nvPr>
            <p:ph idx="5" type="body"/>
          </p:nvPr>
        </p:nvSpPr>
        <p:spPr>
          <a:xfrm>
            <a:off x="5212080" y="834194"/>
            <a:ext cx="32919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9" name="Google Shape;139;p19"/>
          <p:cNvSpPr txBox="1"/>
          <p:nvPr>
            <p:ph idx="6" type="body"/>
          </p:nvPr>
        </p:nvSpPr>
        <p:spPr>
          <a:xfrm>
            <a:off x="5212079" y="1461998"/>
            <a:ext cx="3291900" cy="2769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0" name="Google Shape;140;p19"/>
          <p:cNvSpPr txBox="1"/>
          <p:nvPr>
            <p:ph idx="7" type="body"/>
          </p:nvPr>
        </p:nvSpPr>
        <p:spPr>
          <a:xfrm>
            <a:off x="5212079" y="2868865"/>
            <a:ext cx="32919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1" name="Google Shape;141;p19"/>
          <p:cNvSpPr txBox="1"/>
          <p:nvPr>
            <p:ph idx="8" type="body"/>
          </p:nvPr>
        </p:nvSpPr>
        <p:spPr>
          <a:xfrm>
            <a:off x="5212080" y="3475738"/>
            <a:ext cx="3291900" cy="2769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2" name="Google Shape;142;p19"/>
          <p:cNvSpPr/>
          <p:nvPr/>
        </p:nvSpPr>
        <p:spPr>
          <a:xfrm>
            <a:off x="5212079" y="2702366"/>
            <a:ext cx="3291807"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43" name="Google Shape;143;p19"/>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2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callout">
  <p:cSld name="3 column callout">
    <p:spTree>
      <p:nvGrpSpPr>
        <p:cNvPr id="144" name="Shape 144"/>
        <p:cNvGrpSpPr/>
        <p:nvPr/>
      </p:nvGrpSpPr>
      <p:grpSpPr>
        <a:xfrm>
          <a:off x="0" y="0"/>
          <a:ext cx="0" cy="0"/>
          <a:chOff x="0" y="0"/>
          <a:chExt cx="0" cy="0"/>
        </a:xfrm>
      </p:grpSpPr>
      <p:sp>
        <p:nvSpPr>
          <p:cNvPr id="145" name="Google Shape;145;p20"/>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6" name="Google Shape;146;p20"/>
          <p:cNvSpPr txBox="1"/>
          <p:nvPr>
            <p:ph idx="1" type="body"/>
          </p:nvPr>
        </p:nvSpPr>
        <p:spPr>
          <a:xfrm>
            <a:off x="978693"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20"/>
          <p:cNvSpPr txBox="1"/>
          <p:nvPr>
            <p:ph idx="2" type="body"/>
          </p:nvPr>
        </p:nvSpPr>
        <p:spPr>
          <a:xfrm>
            <a:off x="3763685"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20"/>
          <p:cNvSpPr txBox="1"/>
          <p:nvPr>
            <p:ph idx="3" type="body"/>
          </p:nvPr>
        </p:nvSpPr>
        <p:spPr>
          <a:xfrm>
            <a:off x="6548676"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20"/>
          <p:cNvSpPr/>
          <p:nvPr/>
        </p:nvSpPr>
        <p:spPr>
          <a:xfrm>
            <a:off x="978693" y="3070621"/>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50" name="Google Shape;150;p20"/>
          <p:cNvSpPr/>
          <p:nvPr/>
        </p:nvSpPr>
        <p:spPr>
          <a:xfrm>
            <a:off x="3737610" y="3070621"/>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51" name="Google Shape;151;p20"/>
          <p:cNvSpPr/>
          <p:nvPr/>
        </p:nvSpPr>
        <p:spPr>
          <a:xfrm>
            <a:off x="3763685" y="1650898"/>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52" name="Google Shape;152;p20"/>
          <p:cNvSpPr/>
          <p:nvPr/>
        </p:nvSpPr>
        <p:spPr>
          <a:xfrm>
            <a:off x="978693" y="1650898"/>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53" name="Google Shape;153;p20"/>
          <p:cNvSpPr/>
          <p:nvPr/>
        </p:nvSpPr>
        <p:spPr>
          <a:xfrm>
            <a:off x="6548676" y="3070621"/>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54" name="Google Shape;154;p20"/>
          <p:cNvSpPr/>
          <p:nvPr/>
        </p:nvSpPr>
        <p:spPr>
          <a:xfrm>
            <a:off x="6548676" y="1650898"/>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55" name="Google Shape;155;p20"/>
          <p:cNvSpPr txBox="1"/>
          <p:nvPr>
            <p:ph idx="4" type="body"/>
          </p:nvPr>
        </p:nvSpPr>
        <p:spPr>
          <a:xfrm>
            <a:off x="978693"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6" name="Google Shape;156;p20"/>
          <p:cNvSpPr txBox="1"/>
          <p:nvPr>
            <p:ph idx="5" type="body"/>
          </p:nvPr>
        </p:nvSpPr>
        <p:spPr>
          <a:xfrm>
            <a:off x="3763685"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7" name="Google Shape;157;p20"/>
          <p:cNvSpPr txBox="1"/>
          <p:nvPr>
            <p:ph idx="6" type="body"/>
          </p:nvPr>
        </p:nvSpPr>
        <p:spPr>
          <a:xfrm>
            <a:off x="6548676"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8" name="Google Shape;158;p20"/>
          <p:cNvSpPr txBox="1"/>
          <p:nvPr>
            <p:ph idx="7" type="body"/>
          </p:nvPr>
        </p:nvSpPr>
        <p:spPr>
          <a:xfrm>
            <a:off x="978693"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 name="Google Shape;159;p20"/>
          <p:cNvSpPr txBox="1"/>
          <p:nvPr>
            <p:ph idx="8" type="body"/>
          </p:nvPr>
        </p:nvSpPr>
        <p:spPr>
          <a:xfrm>
            <a:off x="3763685"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0" name="Google Shape;160;p20"/>
          <p:cNvSpPr txBox="1"/>
          <p:nvPr>
            <p:ph idx="9" type="body"/>
          </p:nvPr>
        </p:nvSpPr>
        <p:spPr>
          <a:xfrm>
            <a:off x="6548676"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Font typeface="IBM Plex Sans"/>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20"/>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50">
  <p:cSld name="50/50">
    <p:bg>
      <p:bgPr>
        <a:solidFill>
          <a:schemeClr val="lt1"/>
        </a:solidFill>
      </p:bgPr>
    </p:bg>
    <p:spTree>
      <p:nvGrpSpPr>
        <p:cNvPr id="162" name="Shape 162"/>
        <p:cNvGrpSpPr/>
        <p:nvPr/>
      </p:nvGrpSpPr>
      <p:grpSpPr>
        <a:xfrm>
          <a:off x="0" y="0"/>
          <a:ext cx="0" cy="0"/>
          <a:chOff x="0" y="0"/>
          <a:chExt cx="0" cy="0"/>
        </a:xfrm>
      </p:grpSpPr>
      <p:sp>
        <p:nvSpPr>
          <p:cNvPr id="163" name="Google Shape;163;p21"/>
          <p:cNvSpPr/>
          <p:nvPr/>
        </p:nvSpPr>
        <p:spPr>
          <a:xfrm>
            <a:off x="4567500" y="0"/>
            <a:ext cx="4576500" cy="5143500"/>
          </a:xfrm>
          <a:prstGeom prst="rect">
            <a:avLst/>
          </a:prstGeom>
          <a:solidFill>
            <a:srgbClr val="1E1A34"/>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IBM Plex Sans"/>
              <a:buNone/>
            </a:pPr>
            <a:r>
              <a:t/>
            </a:r>
            <a:endParaRPr sz="1400">
              <a:solidFill>
                <a:schemeClr val="dk1"/>
              </a:solidFill>
              <a:latin typeface="IBM Plex Sans"/>
              <a:ea typeface="IBM Plex Sans"/>
              <a:cs typeface="IBM Plex Sans"/>
              <a:sym typeface="IBM Plex Sans"/>
            </a:endParaRPr>
          </a:p>
        </p:txBody>
      </p:sp>
      <p:sp>
        <p:nvSpPr>
          <p:cNvPr id="164" name="Google Shape;164;p21"/>
          <p:cNvSpPr txBox="1"/>
          <p:nvPr>
            <p:ph type="title"/>
          </p:nvPr>
        </p:nvSpPr>
        <p:spPr>
          <a:xfrm>
            <a:off x="342900" y="0"/>
            <a:ext cx="3881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5" name="Google Shape;165;p21"/>
          <p:cNvSpPr txBox="1"/>
          <p:nvPr>
            <p:ph idx="1" type="body"/>
          </p:nvPr>
        </p:nvSpPr>
        <p:spPr>
          <a:xfrm>
            <a:off x="342900" y="685800"/>
            <a:ext cx="3881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400"/>
              <a:buNone/>
              <a:defRPr sz="14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6" name="Google Shape;166;p21"/>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167" name="Google Shape;167;p21"/>
          <p:cNvGrpSpPr/>
          <p:nvPr/>
        </p:nvGrpSpPr>
        <p:grpSpPr>
          <a:xfrm>
            <a:off x="8712720" y="4727428"/>
            <a:ext cx="260015" cy="327279"/>
            <a:chOff x="4581525" y="1524000"/>
            <a:chExt cx="3026949" cy="3809999"/>
          </a:xfrm>
        </p:grpSpPr>
        <p:sp>
          <p:nvSpPr>
            <p:cNvPr id="168" name="Google Shape;168;p21"/>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69" name="Google Shape;169;p21"/>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170" name="Google Shape;170;p21"/>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1278">
          <p15:clr>
            <a:srgbClr val="FBAE40"/>
          </p15:clr>
        </p15:guide>
        <p15:guide id="2" orient="horz" pos="5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50_2">
  <p:cSld name="50/50_2">
    <p:bg>
      <p:bgPr>
        <a:solidFill>
          <a:schemeClr val="lt1"/>
        </a:solidFill>
      </p:bgPr>
    </p:bg>
    <p:spTree>
      <p:nvGrpSpPr>
        <p:cNvPr id="171" name="Shape 171"/>
        <p:cNvGrpSpPr/>
        <p:nvPr/>
      </p:nvGrpSpPr>
      <p:grpSpPr>
        <a:xfrm>
          <a:off x="0" y="0"/>
          <a:ext cx="0" cy="0"/>
          <a:chOff x="0" y="0"/>
          <a:chExt cx="0" cy="0"/>
        </a:xfrm>
      </p:grpSpPr>
      <p:sp>
        <p:nvSpPr>
          <p:cNvPr id="172" name="Google Shape;172;p22"/>
          <p:cNvSpPr/>
          <p:nvPr/>
        </p:nvSpPr>
        <p:spPr>
          <a:xfrm>
            <a:off x="0" y="0"/>
            <a:ext cx="4576500" cy="5143500"/>
          </a:xfrm>
          <a:prstGeom prst="rect">
            <a:avLst/>
          </a:prstGeom>
          <a:solidFill>
            <a:srgbClr val="1E1A34"/>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IBM Plex Sans"/>
              <a:buNone/>
            </a:pPr>
            <a:r>
              <a:t/>
            </a:r>
            <a:endParaRPr sz="1400">
              <a:solidFill>
                <a:schemeClr val="dk1"/>
              </a:solidFill>
              <a:latin typeface="IBM Plex Sans"/>
              <a:ea typeface="IBM Plex Sans"/>
              <a:cs typeface="IBM Plex Sans"/>
              <a:sym typeface="IBM Plex Sans"/>
            </a:endParaRPr>
          </a:p>
        </p:txBody>
      </p:sp>
      <p:sp>
        <p:nvSpPr>
          <p:cNvPr id="173" name="Google Shape;173;p22"/>
          <p:cNvSpPr txBox="1"/>
          <p:nvPr>
            <p:ph type="title"/>
          </p:nvPr>
        </p:nvSpPr>
        <p:spPr>
          <a:xfrm>
            <a:off x="4751606" y="0"/>
            <a:ext cx="3881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4" name="Google Shape;174;p22"/>
          <p:cNvSpPr txBox="1"/>
          <p:nvPr>
            <p:ph idx="1" type="body"/>
          </p:nvPr>
        </p:nvSpPr>
        <p:spPr>
          <a:xfrm>
            <a:off x="4751606" y="685800"/>
            <a:ext cx="3881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400"/>
              <a:buNone/>
              <a:defRPr sz="14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5" name="Google Shape;175;p22"/>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176" name="Google Shape;176;p22"/>
          <p:cNvGrpSpPr/>
          <p:nvPr/>
        </p:nvGrpSpPr>
        <p:grpSpPr>
          <a:xfrm>
            <a:off x="8712720" y="4727428"/>
            <a:ext cx="260015" cy="327279"/>
            <a:chOff x="4581525" y="1524000"/>
            <a:chExt cx="3026949" cy="3809999"/>
          </a:xfrm>
        </p:grpSpPr>
        <p:sp>
          <p:nvSpPr>
            <p:cNvPr id="177" name="Google Shape;177;p22"/>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78" name="Google Shape;178;p22"/>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179" name="Google Shape;179;p22"/>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1278">
          <p15:clr>
            <a:srgbClr val="FBAE40"/>
          </p15:clr>
        </p15:guide>
        <p15:guide id="2" orient="horz" pos="5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and right image">
  <p:cSld name="Statement and right image">
    <p:bg>
      <p:bgPr>
        <a:solidFill>
          <a:schemeClr val="dk2"/>
        </a:solidFill>
      </p:bgPr>
    </p:bg>
    <p:spTree>
      <p:nvGrpSpPr>
        <p:cNvPr id="180" name="Shape 180"/>
        <p:cNvGrpSpPr/>
        <p:nvPr/>
      </p:nvGrpSpPr>
      <p:grpSpPr>
        <a:xfrm>
          <a:off x="0" y="0"/>
          <a:ext cx="0" cy="0"/>
          <a:chOff x="0" y="0"/>
          <a:chExt cx="0" cy="0"/>
        </a:xfrm>
      </p:grpSpPr>
      <p:sp>
        <p:nvSpPr>
          <p:cNvPr id="181" name="Google Shape;181;p23"/>
          <p:cNvSpPr txBox="1"/>
          <p:nvPr>
            <p:ph type="ctrTitle"/>
          </p:nvPr>
        </p:nvSpPr>
        <p:spPr>
          <a:xfrm>
            <a:off x="0" y="1988820"/>
            <a:ext cx="4572000" cy="1790700"/>
          </a:xfrm>
          <a:prstGeom prst="rect">
            <a:avLst/>
          </a:prstGeom>
          <a:noFill/>
          <a:ln>
            <a:noFill/>
          </a:ln>
        </p:spPr>
        <p:txBody>
          <a:bodyPr anchorCtr="0" anchor="t" bIns="34275" lIns="548625" spcFirstLastPara="1" rIns="548625" wrap="square" tIns="274325">
            <a:noAutofit/>
          </a:bodyPr>
          <a:lstStyle>
            <a:lvl1pPr lvl="0" algn="ctr">
              <a:lnSpc>
                <a:spcPct val="130000"/>
              </a:lnSpc>
              <a:spcBef>
                <a:spcPts val="0"/>
              </a:spcBef>
              <a:spcAft>
                <a:spcPts val="0"/>
              </a:spcAft>
              <a:buClr>
                <a:schemeClr val="lt1"/>
              </a:buClr>
              <a:buSzPts val="1400"/>
              <a:buFont typeface="IBM Plex Mono Light"/>
              <a:buNone/>
              <a:defRPr i="1" sz="1400">
                <a:solidFill>
                  <a:schemeClr val="lt1"/>
                </a:solidFill>
                <a:latin typeface="IBM Plex Mono Light"/>
                <a:ea typeface="IBM Plex Mono Light"/>
                <a:cs typeface="IBM Plex Mono Light"/>
                <a:sym typeface="IBM Plex Mono Ligh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2" name="Google Shape;182;p23"/>
          <p:cNvSpPr/>
          <p:nvPr>
            <p:ph idx="2" type="pic"/>
          </p:nvPr>
        </p:nvSpPr>
        <p:spPr>
          <a:xfrm>
            <a:off x="4572000" y="-1"/>
            <a:ext cx="4572000" cy="5143500"/>
          </a:xfrm>
          <a:prstGeom prst="rect">
            <a:avLst/>
          </a:prstGeom>
          <a:noFill/>
          <a:ln>
            <a:noFill/>
          </a:ln>
        </p:spPr>
      </p:sp>
      <p:sp>
        <p:nvSpPr>
          <p:cNvPr id="183" name="Google Shape;183;p23"/>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ection Header" showMasterSp="0">
  <p:cSld name="4_Section Header">
    <p:bg>
      <p:bgPr>
        <a:solidFill>
          <a:schemeClr val="accent1"/>
        </a:solidFill>
      </p:bgPr>
    </p:bg>
    <p:spTree>
      <p:nvGrpSpPr>
        <p:cNvPr id="184" name="Shape 184"/>
        <p:cNvGrpSpPr/>
        <p:nvPr/>
      </p:nvGrpSpPr>
      <p:grpSpPr>
        <a:xfrm>
          <a:off x="0" y="0"/>
          <a:ext cx="0" cy="0"/>
          <a:chOff x="0" y="0"/>
          <a:chExt cx="0" cy="0"/>
        </a:xfrm>
      </p:grpSpPr>
      <p:sp>
        <p:nvSpPr>
          <p:cNvPr id="185" name="Google Shape;185;p24"/>
          <p:cNvSpPr txBox="1"/>
          <p:nvPr>
            <p:ph type="ctrTitle"/>
          </p:nvPr>
        </p:nvSpPr>
        <p:spPr>
          <a:xfrm>
            <a:off x="1143000" y="1988820"/>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dk2"/>
              </a:buClr>
              <a:buSzPts val="4900"/>
              <a:buFont typeface="IBM Plex Sans SemiBold"/>
              <a:buNone/>
              <a:defRPr sz="4900">
                <a:solidFill>
                  <a:schemeClr val="dk2"/>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6" name="Google Shape;186;p24"/>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2"/>
              </a:buClr>
              <a:buSzPts val="1800"/>
              <a:buNone/>
              <a:defRPr sz="18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87" name="Google Shape;187;p24"/>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188" name="Google Shape;188;p24"/>
          <p:cNvGrpSpPr/>
          <p:nvPr/>
        </p:nvGrpSpPr>
        <p:grpSpPr>
          <a:xfrm>
            <a:off x="8712720" y="4727428"/>
            <a:ext cx="260015" cy="327279"/>
            <a:chOff x="4581525" y="1524000"/>
            <a:chExt cx="3026949" cy="3809999"/>
          </a:xfrm>
        </p:grpSpPr>
        <p:sp>
          <p:nvSpPr>
            <p:cNvPr id="189" name="Google Shape;189;p24"/>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90" name="Google Shape;190;p24"/>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191" name="Google Shape;191;p24"/>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Header" showMasterSp="0">
  <p:cSld name="5_Section Header">
    <p:bg>
      <p:bgPr>
        <a:solidFill>
          <a:srgbClr val="FF595A"/>
        </a:solidFill>
      </p:bgPr>
    </p:bg>
    <p:spTree>
      <p:nvGrpSpPr>
        <p:cNvPr id="192" name="Shape 192"/>
        <p:cNvGrpSpPr/>
        <p:nvPr/>
      </p:nvGrpSpPr>
      <p:grpSpPr>
        <a:xfrm>
          <a:off x="0" y="0"/>
          <a:ext cx="0" cy="0"/>
          <a:chOff x="0" y="0"/>
          <a:chExt cx="0" cy="0"/>
        </a:xfrm>
      </p:grpSpPr>
      <p:sp>
        <p:nvSpPr>
          <p:cNvPr id="193" name="Google Shape;193;p25"/>
          <p:cNvSpPr txBox="1"/>
          <p:nvPr>
            <p:ph type="ctrTitle"/>
          </p:nvPr>
        </p:nvSpPr>
        <p:spPr>
          <a:xfrm>
            <a:off x="1143000" y="1988820"/>
            <a:ext cx="6858000" cy="1790700"/>
          </a:xfrm>
          <a:prstGeom prst="rect">
            <a:avLst/>
          </a:prstGeom>
          <a:noFill/>
          <a:ln>
            <a:noFill/>
          </a:ln>
        </p:spPr>
        <p:txBody>
          <a:bodyPr anchorCtr="0" anchor="b" bIns="34275" lIns="68575" spcFirstLastPara="1" rIns="68575" wrap="square" tIns="274325">
            <a:normAutofit/>
          </a:bodyPr>
          <a:lstStyle>
            <a:lvl1pPr lvl="0" algn="l">
              <a:lnSpc>
                <a:spcPct val="90000"/>
              </a:lnSpc>
              <a:spcBef>
                <a:spcPts val="0"/>
              </a:spcBef>
              <a:spcAft>
                <a:spcPts val="0"/>
              </a:spcAft>
              <a:buClr>
                <a:schemeClr val="dk2"/>
              </a:buClr>
              <a:buSzPts val="4900"/>
              <a:buFont typeface="IBM Plex Sans SemiBold"/>
              <a:buNone/>
              <a:defRPr sz="4900">
                <a:solidFill>
                  <a:schemeClr val="dk2"/>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4" name="Google Shape;194;p25"/>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2"/>
              </a:buClr>
              <a:buSzPts val="1800"/>
              <a:buNone/>
              <a:defRPr sz="18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95" name="Google Shape;195;p25"/>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196" name="Google Shape;196;p25"/>
          <p:cNvGrpSpPr/>
          <p:nvPr/>
        </p:nvGrpSpPr>
        <p:grpSpPr>
          <a:xfrm>
            <a:off x="8712720" y="4727428"/>
            <a:ext cx="260015" cy="327279"/>
            <a:chOff x="4581525" y="1524000"/>
            <a:chExt cx="3026949" cy="3809999"/>
          </a:xfrm>
        </p:grpSpPr>
        <p:sp>
          <p:nvSpPr>
            <p:cNvPr id="197" name="Google Shape;197;p25"/>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98" name="Google Shape;198;p25"/>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199" name="Google Shape;199;p25"/>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ction Header" showMasterSp="0">
  <p:cSld name="3_Section Header">
    <p:bg>
      <p:bgPr>
        <a:solidFill>
          <a:srgbClr val="FF8189"/>
        </a:solidFill>
      </p:bgPr>
    </p:bg>
    <p:spTree>
      <p:nvGrpSpPr>
        <p:cNvPr id="200" name="Shape 200"/>
        <p:cNvGrpSpPr/>
        <p:nvPr/>
      </p:nvGrpSpPr>
      <p:grpSpPr>
        <a:xfrm>
          <a:off x="0" y="0"/>
          <a:ext cx="0" cy="0"/>
          <a:chOff x="0" y="0"/>
          <a:chExt cx="0" cy="0"/>
        </a:xfrm>
      </p:grpSpPr>
      <p:sp>
        <p:nvSpPr>
          <p:cNvPr id="201" name="Google Shape;201;p26"/>
          <p:cNvSpPr txBox="1"/>
          <p:nvPr>
            <p:ph type="ctrTitle"/>
          </p:nvPr>
        </p:nvSpPr>
        <p:spPr>
          <a:xfrm>
            <a:off x="1143000" y="1988820"/>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dk2"/>
              </a:buClr>
              <a:buSzPts val="4900"/>
              <a:buFont typeface="IBM Plex Sans SemiBold"/>
              <a:buNone/>
              <a:defRPr sz="4900">
                <a:solidFill>
                  <a:schemeClr val="dk2"/>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2" name="Google Shape;202;p26"/>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2"/>
              </a:buClr>
              <a:buSzPts val="1800"/>
              <a:buNone/>
              <a:defRPr sz="18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3" name="Google Shape;203;p26"/>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204" name="Google Shape;204;p26"/>
          <p:cNvGrpSpPr/>
          <p:nvPr/>
        </p:nvGrpSpPr>
        <p:grpSpPr>
          <a:xfrm>
            <a:off x="8712720" y="4727428"/>
            <a:ext cx="260015" cy="327279"/>
            <a:chOff x="4581525" y="1524000"/>
            <a:chExt cx="3026949" cy="3809999"/>
          </a:xfrm>
        </p:grpSpPr>
        <p:sp>
          <p:nvSpPr>
            <p:cNvPr id="205" name="Google Shape;205;p26"/>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206" name="Google Shape;206;p26"/>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207" name="Google Shape;207;p26"/>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showMasterSp="0">
  <p:cSld name="2_Section Header">
    <p:bg>
      <p:bgPr>
        <a:solidFill>
          <a:srgbClr val="FFA3B5"/>
        </a:solidFill>
      </p:bgPr>
    </p:bg>
    <p:spTree>
      <p:nvGrpSpPr>
        <p:cNvPr id="208" name="Shape 208"/>
        <p:cNvGrpSpPr/>
        <p:nvPr/>
      </p:nvGrpSpPr>
      <p:grpSpPr>
        <a:xfrm>
          <a:off x="0" y="0"/>
          <a:ext cx="0" cy="0"/>
          <a:chOff x="0" y="0"/>
          <a:chExt cx="0" cy="0"/>
        </a:xfrm>
      </p:grpSpPr>
      <p:sp>
        <p:nvSpPr>
          <p:cNvPr id="209" name="Google Shape;209;p27"/>
          <p:cNvSpPr txBox="1"/>
          <p:nvPr>
            <p:ph type="ctrTitle"/>
          </p:nvPr>
        </p:nvSpPr>
        <p:spPr>
          <a:xfrm>
            <a:off x="1143000" y="1988820"/>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dk2"/>
              </a:buClr>
              <a:buSzPts val="4900"/>
              <a:buFont typeface="IBM Plex Sans SemiBold"/>
              <a:buNone/>
              <a:defRPr sz="4900">
                <a:solidFill>
                  <a:schemeClr val="dk2"/>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0" name="Google Shape;210;p27"/>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2"/>
              </a:buClr>
              <a:buSzPts val="1800"/>
              <a:buNone/>
              <a:defRPr sz="18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11" name="Google Shape;211;p27"/>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212" name="Google Shape;212;p27"/>
          <p:cNvGrpSpPr/>
          <p:nvPr/>
        </p:nvGrpSpPr>
        <p:grpSpPr>
          <a:xfrm>
            <a:off x="8712720" y="4727428"/>
            <a:ext cx="260015" cy="327279"/>
            <a:chOff x="4581525" y="1524000"/>
            <a:chExt cx="3026949" cy="3809999"/>
          </a:xfrm>
        </p:grpSpPr>
        <p:sp>
          <p:nvSpPr>
            <p:cNvPr id="213" name="Google Shape;213;p27"/>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214" name="Google Shape;214;p27"/>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215" name="Google Shape;215;p27"/>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howMasterSp="0">
  <p:cSld name="Thank you">
    <p:bg>
      <p:bgPr>
        <a:solidFill>
          <a:schemeClr val="accent1"/>
        </a:solidFill>
      </p:bgPr>
    </p:bg>
    <p:spTree>
      <p:nvGrpSpPr>
        <p:cNvPr id="216" name="Shape 216"/>
        <p:cNvGrpSpPr/>
        <p:nvPr/>
      </p:nvGrpSpPr>
      <p:grpSpPr>
        <a:xfrm>
          <a:off x="0" y="0"/>
          <a:ext cx="0" cy="0"/>
          <a:chOff x="0" y="0"/>
          <a:chExt cx="0" cy="0"/>
        </a:xfrm>
      </p:grpSpPr>
      <p:sp>
        <p:nvSpPr>
          <p:cNvPr id="217" name="Google Shape;217;p28"/>
          <p:cNvSpPr txBox="1"/>
          <p:nvPr>
            <p:ph type="ctrTitle"/>
          </p:nvPr>
        </p:nvSpPr>
        <p:spPr>
          <a:xfrm>
            <a:off x="1143000" y="1659636"/>
            <a:ext cx="6858000" cy="1790700"/>
          </a:xfrm>
          <a:prstGeom prst="rect">
            <a:avLst/>
          </a:prstGeom>
          <a:noFill/>
          <a:ln>
            <a:noFill/>
          </a:ln>
        </p:spPr>
        <p:txBody>
          <a:bodyPr anchorCtr="0" anchor="t" bIns="34275" lIns="68575" spcFirstLastPara="1" rIns="68575" wrap="square" tIns="274325">
            <a:noAutofit/>
          </a:bodyPr>
          <a:lstStyle>
            <a:lvl1pPr lvl="0" algn="ctr">
              <a:lnSpc>
                <a:spcPct val="90000"/>
              </a:lnSpc>
              <a:spcBef>
                <a:spcPts val="0"/>
              </a:spcBef>
              <a:spcAft>
                <a:spcPts val="0"/>
              </a:spcAft>
              <a:buClr>
                <a:schemeClr val="dk2"/>
              </a:buClr>
              <a:buSzPts val="8300"/>
              <a:buFont typeface="IBM Plex Sans SemiBold"/>
              <a:buNone/>
              <a:defRPr sz="83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8" name="Google Shape;218;p28"/>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Autofit/>
          </a:bodyPr>
          <a:lstStyle>
            <a:lvl1pPr lvl="0" algn="ctr">
              <a:lnSpc>
                <a:spcPct val="90000"/>
              </a:lnSpc>
              <a:spcBef>
                <a:spcPts val="800"/>
              </a:spcBef>
              <a:spcAft>
                <a:spcPts val="0"/>
              </a:spcAft>
              <a:buClr>
                <a:schemeClr val="lt2"/>
              </a:buClr>
              <a:buSzPts val="1800"/>
              <a:buNone/>
              <a:defRPr sz="18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19" name="Google Shape;219;p28"/>
          <p:cNvSpPr/>
          <p:nvPr/>
        </p:nvSpPr>
        <p:spPr>
          <a:xfrm>
            <a:off x="2205990" y="3028188"/>
            <a:ext cx="4729608" cy="137430"/>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220" name="Google Shape;220;p28"/>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221" name="Google Shape;221;p28"/>
          <p:cNvGrpSpPr/>
          <p:nvPr/>
        </p:nvGrpSpPr>
        <p:grpSpPr>
          <a:xfrm>
            <a:off x="8712720" y="4727428"/>
            <a:ext cx="260015" cy="327279"/>
            <a:chOff x="4581525" y="1524000"/>
            <a:chExt cx="3026949" cy="3809999"/>
          </a:xfrm>
        </p:grpSpPr>
        <p:sp>
          <p:nvSpPr>
            <p:cNvPr id="222" name="Google Shape;222;p28"/>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223" name="Google Shape;223;p28"/>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224" name="Google Shape;224;p28"/>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paragraph and right image">
  <p:cSld name="Header paragraph and right image">
    <p:bg>
      <p:bgPr>
        <a:solidFill>
          <a:schemeClr val="dk2"/>
        </a:solidFill>
      </p:bgPr>
    </p:bg>
    <p:spTree>
      <p:nvGrpSpPr>
        <p:cNvPr id="225" name="Shape 225"/>
        <p:cNvGrpSpPr/>
        <p:nvPr/>
      </p:nvGrpSpPr>
      <p:grpSpPr>
        <a:xfrm>
          <a:off x="0" y="0"/>
          <a:ext cx="0" cy="0"/>
          <a:chOff x="0" y="0"/>
          <a:chExt cx="0" cy="0"/>
        </a:xfrm>
      </p:grpSpPr>
      <p:sp>
        <p:nvSpPr>
          <p:cNvPr id="226" name="Google Shape;226;p29"/>
          <p:cNvSpPr txBox="1"/>
          <p:nvPr>
            <p:ph type="ctrTitle"/>
          </p:nvPr>
        </p:nvSpPr>
        <p:spPr>
          <a:xfrm>
            <a:off x="700088" y="1988820"/>
            <a:ext cx="3703200" cy="17907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lt1"/>
              </a:buClr>
              <a:buSzPts val="1500"/>
              <a:buFont typeface="IBM Plex Sans"/>
              <a:buNone/>
              <a:defRPr i="0" sz="1500">
                <a:solidFill>
                  <a:schemeClr val="lt1"/>
                </a:solidFill>
                <a:latin typeface="IBM Plex Sans"/>
                <a:ea typeface="IBM Plex Sans"/>
                <a:cs typeface="IBM Plex Sans"/>
                <a:sym typeface="IBM Plex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7" name="Google Shape;227;p29"/>
          <p:cNvSpPr/>
          <p:nvPr>
            <p:ph idx="2" type="pic"/>
          </p:nvPr>
        </p:nvSpPr>
        <p:spPr>
          <a:xfrm>
            <a:off x="4572000" y="-1"/>
            <a:ext cx="4572000" cy="5143500"/>
          </a:xfrm>
          <a:prstGeom prst="rect">
            <a:avLst/>
          </a:prstGeom>
          <a:noFill/>
          <a:ln>
            <a:noFill/>
          </a:ln>
        </p:spPr>
      </p:sp>
      <p:sp>
        <p:nvSpPr>
          <p:cNvPr id="228" name="Google Shape;228;p29"/>
          <p:cNvSpPr txBox="1"/>
          <p:nvPr>
            <p:ph idx="1" type="body"/>
          </p:nvPr>
        </p:nvSpPr>
        <p:spPr>
          <a:xfrm>
            <a:off x="700088" y="1564481"/>
            <a:ext cx="23790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Font typeface="IBM Plex Sans SemiBold"/>
              <a:buNone/>
              <a:defRPr>
                <a:solidFill>
                  <a:schemeClr val="accen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9" name="Google Shape;229;p29"/>
          <p:cNvSpPr txBox="1"/>
          <p:nvPr>
            <p:ph idx="3" type="body"/>
          </p:nvPr>
        </p:nvSpPr>
        <p:spPr>
          <a:xfrm>
            <a:off x="342900" y="0"/>
            <a:ext cx="5286300" cy="822900"/>
          </a:xfrm>
          <a:prstGeom prst="rect">
            <a:avLst/>
          </a:prstGeom>
          <a:noFill/>
          <a:ln>
            <a:noFill/>
          </a:ln>
        </p:spPr>
        <p:txBody>
          <a:bodyPr anchorCtr="0" anchor="t" bIns="34275" lIns="68575" spcFirstLastPara="1" rIns="68575" wrap="square" tIns="274325">
            <a:noAutofit/>
          </a:bodyPr>
          <a:lstStyle>
            <a:lvl1pPr indent="-228600" lvl="0" marL="457200" algn="l">
              <a:lnSpc>
                <a:spcPct val="90000"/>
              </a:lnSpc>
              <a:spcBef>
                <a:spcPts val="800"/>
              </a:spcBef>
              <a:spcAft>
                <a:spcPts val="0"/>
              </a:spcAft>
              <a:buClr>
                <a:schemeClr val="lt1"/>
              </a:buClr>
              <a:buSzPts val="2100"/>
              <a:buNone/>
              <a:defRPr sz="2100">
                <a:solidFill>
                  <a:schemeClr val="l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29"/>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eft and over right image">
  <p:cSld name="Text left and over right image">
    <p:bg>
      <p:bgPr>
        <a:solidFill>
          <a:schemeClr val="dk2"/>
        </a:solidFill>
      </p:bgPr>
    </p:bg>
    <p:spTree>
      <p:nvGrpSpPr>
        <p:cNvPr id="231" name="Shape 231"/>
        <p:cNvGrpSpPr/>
        <p:nvPr/>
      </p:nvGrpSpPr>
      <p:grpSpPr>
        <a:xfrm>
          <a:off x="0" y="0"/>
          <a:ext cx="0" cy="0"/>
          <a:chOff x="0" y="0"/>
          <a:chExt cx="0" cy="0"/>
        </a:xfrm>
      </p:grpSpPr>
      <p:sp>
        <p:nvSpPr>
          <p:cNvPr id="232" name="Google Shape;232;p30"/>
          <p:cNvSpPr txBox="1"/>
          <p:nvPr>
            <p:ph type="ctrTitle"/>
          </p:nvPr>
        </p:nvSpPr>
        <p:spPr>
          <a:xfrm>
            <a:off x="685800" y="2400300"/>
            <a:ext cx="3871800" cy="17907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lt1"/>
              </a:buClr>
              <a:buSzPts val="1500"/>
              <a:buFont typeface="IBM Plex Sans SemiBold"/>
              <a:buNone/>
              <a:defRPr i="0" sz="1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3" name="Google Shape;233;p30"/>
          <p:cNvSpPr/>
          <p:nvPr>
            <p:ph idx="2" type="pic"/>
          </p:nvPr>
        </p:nvSpPr>
        <p:spPr>
          <a:xfrm>
            <a:off x="4572000" y="-1"/>
            <a:ext cx="4572000" cy="5143500"/>
          </a:xfrm>
          <a:prstGeom prst="rect">
            <a:avLst/>
          </a:prstGeom>
          <a:noFill/>
          <a:ln>
            <a:noFill/>
          </a:ln>
        </p:spPr>
      </p:sp>
      <p:sp>
        <p:nvSpPr>
          <p:cNvPr id="234" name="Google Shape;234;p30"/>
          <p:cNvSpPr txBox="1"/>
          <p:nvPr>
            <p:ph idx="1" type="body"/>
          </p:nvPr>
        </p:nvSpPr>
        <p:spPr>
          <a:xfrm>
            <a:off x="5507830" y="662092"/>
            <a:ext cx="2707500" cy="6858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accent1"/>
              </a:buClr>
              <a:buSzPts val="1500"/>
              <a:buFont typeface="IBM Plex Sans SemiBold"/>
              <a:buNone/>
              <a:defRPr>
                <a:solidFill>
                  <a:schemeClr val="accen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5" name="Google Shape;235;p30"/>
          <p:cNvSpPr txBox="1"/>
          <p:nvPr>
            <p:ph idx="3" type="body"/>
          </p:nvPr>
        </p:nvSpPr>
        <p:spPr>
          <a:xfrm>
            <a:off x="685800" y="754380"/>
            <a:ext cx="3840600" cy="1714500"/>
          </a:xfrm>
          <a:prstGeom prst="rect">
            <a:avLst/>
          </a:prstGeom>
          <a:noFill/>
          <a:ln>
            <a:noFill/>
          </a:ln>
        </p:spPr>
        <p:txBody>
          <a:bodyPr anchorCtr="0" anchor="t" bIns="34275" lIns="68575" spcFirstLastPara="1" rIns="68575" wrap="square" tIns="274325">
            <a:noAutofit/>
          </a:bodyPr>
          <a:lstStyle>
            <a:lvl1pPr indent="-228600" lvl="0" marL="457200" algn="l">
              <a:lnSpc>
                <a:spcPct val="110000"/>
              </a:lnSpc>
              <a:spcBef>
                <a:spcPts val="800"/>
              </a:spcBef>
              <a:spcAft>
                <a:spcPts val="0"/>
              </a:spcAft>
              <a:buClr>
                <a:schemeClr val="lt1"/>
              </a:buClr>
              <a:buSzPts val="2300"/>
              <a:buNone/>
              <a:defRPr sz="2300">
                <a:solidFill>
                  <a:schemeClr val="l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6" name="Google Shape;236;p30"/>
          <p:cNvSpPr txBox="1"/>
          <p:nvPr>
            <p:ph idx="4" type="body"/>
          </p:nvPr>
        </p:nvSpPr>
        <p:spPr>
          <a:xfrm>
            <a:off x="5143500" y="1234440"/>
            <a:ext cx="3291900" cy="32919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400"/>
              </a:spcBef>
              <a:spcAft>
                <a:spcPts val="0"/>
              </a:spcAft>
              <a:buClr>
                <a:schemeClr val="lt1"/>
              </a:buClr>
              <a:buSzPts val="1400"/>
              <a:buChar char="+"/>
              <a:defRPr>
                <a:solidFill>
                  <a:schemeClr val="lt1"/>
                </a:solidFill>
              </a:defRPr>
            </a:lvl2pPr>
            <a:lvl3pPr indent="-304800" lvl="2" marL="1371600" algn="l">
              <a:lnSpc>
                <a:spcPct val="90000"/>
              </a:lnSpc>
              <a:spcBef>
                <a:spcPts val="400"/>
              </a:spcBef>
              <a:spcAft>
                <a:spcPts val="0"/>
              </a:spcAft>
              <a:buClr>
                <a:schemeClr val="lt1"/>
              </a:buClr>
              <a:buSzPts val="1200"/>
              <a:buChar char="+"/>
              <a:defRPr>
                <a:solidFill>
                  <a:schemeClr val="lt1"/>
                </a:solidFill>
              </a:defRPr>
            </a:lvl3pPr>
            <a:lvl4pPr indent="-298450" lvl="3" marL="1828800" algn="l">
              <a:lnSpc>
                <a:spcPct val="90000"/>
              </a:lnSpc>
              <a:spcBef>
                <a:spcPts val="400"/>
              </a:spcBef>
              <a:spcAft>
                <a:spcPts val="0"/>
              </a:spcAft>
              <a:buClr>
                <a:schemeClr val="lt1"/>
              </a:buClr>
              <a:buSzPts val="1100"/>
              <a:buChar char="+"/>
              <a:defRPr>
                <a:solidFill>
                  <a:schemeClr val="lt1"/>
                </a:solidFill>
              </a:defRPr>
            </a:lvl4pPr>
            <a:lvl5pPr indent="-298450" lvl="4" marL="2286000" algn="l">
              <a:lnSpc>
                <a:spcPct val="90000"/>
              </a:lnSpc>
              <a:spcBef>
                <a:spcPts val="400"/>
              </a:spcBef>
              <a:spcAft>
                <a:spcPts val="0"/>
              </a:spcAft>
              <a:buClr>
                <a:schemeClr val="lt1"/>
              </a:buClr>
              <a:buSzPts val="11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7" name="Google Shape;237;p30"/>
          <p:cNvSpPr/>
          <p:nvPr/>
        </p:nvSpPr>
        <p:spPr>
          <a:xfrm>
            <a:off x="6244352" y="913976"/>
            <a:ext cx="1233482"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238" name="Google Shape;238;p30"/>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9" name="Shape 239"/>
        <p:cNvGrpSpPr/>
        <p:nvPr/>
      </p:nvGrpSpPr>
      <p:grpSpPr>
        <a:xfrm>
          <a:off x="0" y="0"/>
          <a:ext cx="0" cy="0"/>
          <a:chOff x="0" y="0"/>
          <a:chExt cx="0" cy="0"/>
        </a:xfrm>
      </p:grpSpPr>
      <p:sp>
        <p:nvSpPr>
          <p:cNvPr id="240" name="Google Shape;240;p3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dk2"/>
              </a:buClr>
              <a:buSzPts val="4500"/>
              <a:buFont typeface="IBM Plex Sans SemiBold"/>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1" name="Google Shape;241;p31"/>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Case Study 1">
    <p:spTree>
      <p:nvGrpSpPr>
        <p:cNvPr id="242" name="Shape 242"/>
        <p:cNvGrpSpPr/>
        <p:nvPr/>
      </p:nvGrpSpPr>
      <p:grpSpPr>
        <a:xfrm>
          <a:off x="0" y="0"/>
          <a:ext cx="0" cy="0"/>
          <a:chOff x="0" y="0"/>
          <a:chExt cx="0" cy="0"/>
        </a:xfrm>
      </p:grpSpPr>
      <p:sp>
        <p:nvSpPr>
          <p:cNvPr id="243" name="Google Shape;243;p32"/>
          <p:cNvSpPr txBox="1"/>
          <p:nvPr>
            <p:ph type="title"/>
          </p:nvPr>
        </p:nvSpPr>
        <p:spPr>
          <a:xfrm>
            <a:off x="342900" y="0"/>
            <a:ext cx="9144000" cy="9942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dk2"/>
              </a:buClr>
              <a:buSzPts val="1800"/>
              <a:buFont typeface="IBM Plex Sans SemiBold"/>
              <a:buNone/>
              <a:defRPr sz="1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4" name="Google Shape;244;p32"/>
          <p:cNvSpPr txBox="1"/>
          <p:nvPr>
            <p:ph idx="1" type="body"/>
          </p:nvPr>
        </p:nvSpPr>
        <p:spPr>
          <a:xfrm>
            <a:off x="1028700" y="1369219"/>
            <a:ext cx="7190400" cy="102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Font typeface="IBM Plex Sans"/>
              <a:buNone/>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5" name="Google Shape;245;p32"/>
          <p:cNvSpPr txBox="1"/>
          <p:nvPr>
            <p:ph idx="2" type="body"/>
          </p:nvPr>
        </p:nvSpPr>
        <p:spPr>
          <a:xfrm>
            <a:off x="1028700" y="2430065"/>
            <a:ext cx="7190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6" name="Google Shape;246;p32"/>
          <p:cNvSpPr txBox="1"/>
          <p:nvPr>
            <p:ph idx="3" type="body"/>
          </p:nvPr>
        </p:nvSpPr>
        <p:spPr>
          <a:xfrm>
            <a:off x="1028700" y="3490912"/>
            <a:ext cx="7190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7" name="Google Shape;247;p32"/>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2">
  <p:cSld name="Case Study 2">
    <p:spTree>
      <p:nvGrpSpPr>
        <p:cNvPr id="248" name="Shape 248"/>
        <p:cNvGrpSpPr/>
        <p:nvPr/>
      </p:nvGrpSpPr>
      <p:grpSpPr>
        <a:xfrm>
          <a:off x="0" y="0"/>
          <a:ext cx="0" cy="0"/>
          <a:chOff x="0" y="0"/>
          <a:chExt cx="0" cy="0"/>
        </a:xfrm>
      </p:grpSpPr>
      <p:sp>
        <p:nvSpPr>
          <p:cNvPr id="249" name="Google Shape;249;p33"/>
          <p:cNvSpPr txBox="1"/>
          <p:nvPr>
            <p:ph type="title"/>
          </p:nvPr>
        </p:nvSpPr>
        <p:spPr>
          <a:xfrm>
            <a:off x="3118585" y="0"/>
            <a:ext cx="6011400" cy="9942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dk2"/>
              </a:buClr>
              <a:buSzPts val="1800"/>
              <a:buFont typeface="IBM Plex Sans SemiBold"/>
              <a:buNone/>
              <a:defRPr sz="1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0" name="Google Shape;250;p33"/>
          <p:cNvSpPr txBox="1"/>
          <p:nvPr>
            <p:ph idx="1" type="body"/>
          </p:nvPr>
        </p:nvSpPr>
        <p:spPr>
          <a:xfrm>
            <a:off x="3118585" y="1369219"/>
            <a:ext cx="6011400" cy="102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Font typeface="IBM Plex Sans"/>
              <a:buNone/>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1" name="Google Shape;251;p33"/>
          <p:cNvSpPr txBox="1"/>
          <p:nvPr>
            <p:ph idx="2" type="body"/>
          </p:nvPr>
        </p:nvSpPr>
        <p:spPr>
          <a:xfrm>
            <a:off x="3118585" y="2430065"/>
            <a:ext cx="6011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2" name="Google Shape;252;p33"/>
          <p:cNvSpPr txBox="1"/>
          <p:nvPr>
            <p:ph idx="3" type="body"/>
          </p:nvPr>
        </p:nvSpPr>
        <p:spPr>
          <a:xfrm>
            <a:off x="3118585" y="3490912"/>
            <a:ext cx="6011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3" name="Google Shape;253;p33"/>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chart right text">
  <p:cSld name="left chart right text">
    <p:spTree>
      <p:nvGrpSpPr>
        <p:cNvPr id="254" name="Shape 254"/>
        <p:cNvGrpSpPr/>
        <p:nvPr/>
      </p:nvGrpSpPr>
      <p:grpSpPr>
        <a:xfrm>
          <a:off x="0" y="0"/>
          <a:ext cx="0" cy="0"/>
          <a:chOff x="0" y="0"/>
          <a:chExt cx="0" cy="0"/>
        </a:xfrm>
      </p:grpSpPr>
      <p:sp>
        <p:nvSpPr>
          <p:cNvPr id="255" name="Google Shape;255;p34"/>
          <p:cNvSpPr/>
          <p:nvPr/>
        </p:nvSpPr>
        <p:spPr>
          <a:xfrm>
            <a:off x="5481318" y="0"/>
            <a:ext cx="36627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256" name="Google Shape;256;p34"/>
          <p:cNvSpPr txBox="1"/>
          <p:nvPr>
            <p:ph type="title"/>
          </p:nvPr>
        </p:nvSpPr>
        <p:spPr>
          <a:xfrm>
            <a:off x="342900" y="0"/>
            <a:ext cx="47955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7" name="Google Shape;257;p34"/>
          <p:cNvSpPr txBox="1"/>
          <p:nvPr>
            <p:ph idx="1" type="body"/>
          </p:nvPr>
        </p:nvSpPr>
        <p:spPr>
          <a:xfrm>
            <a:off x="5993892" y="1831086"/>
            <a:ext cx="2521500" cy="2801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accent2"/>
              </a:buClr>
              <a:buSzPts val="1500"/>
              <a:buChar char="+"/>
              <a:defRPr sz="1500">
                <a:solidFill>
                  <a:schemeClr val="lt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lt1"/>
              </a:buClr>
              <a:buSzPts val="1400"/>
              <a:buChar char="+"/>
              <a:defRPr sz="1400">
                <a:solidFill>
                  <a:schemeClr val="lt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lt1"/>
              </a:buClr>
              <a:buSzPts val="1200"/>
              <a:buChar char="+"/>
              <a:defRPr sz="1200">
                <a:solidFill>
                  <a:schemeClr val="lt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8" name="Google Shape;258;p34"/>
          <p:cNvSpPr/>
          <p:nvPr>
            <p:ph idx="2" type="chart"/>
          </p:nvPr>
        </p:nvSpPr>
        <p:spPr>
          <a:xfrm>
            <a:off x="771524" y="1097280"/>
            <a:ext cx="4190700" cy="35040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2"/>
              </a:buClr>
              <a:buSzPts val="1500"/>
              <a:buFont typeface="IBM Plex Sans"/>
              <a:buChar char="+"/>
              <a:defRPr b="0" i="0" sz="1500" u="none" cap="none" strike="noStrike">
                <a:solidFill>
                  <a:schemeClr val="dk2"/>
                </a:solidFill>
                <a:latin typeface="IBM Plex Sans"/>
                <a:ea typeface="IBM Plex Sans"/>
                <a:cs typeface="IBM Plex Sans"/>
                <a:sym typeface="IBM Plex Sans"/>
              </a:defRPr>
            </a:lvl1pPr>
            <a:lvl2pPr lvl="1" marR="0" rtl="0" algn="l">
              <a:lnSpc>
                <a:spcPct val="90000"/>
              </a:lnSpc>
              <a:spcBef>
                <a:spcPts val="400"/>
              </a:spcBef>
              <a:spcAft>
                <a:spcPts val="0"/>
              </a:spcAft>
              <a:buClr>
                <a:schemeClr val="dk2"/>
              </a:buClr>
              <a:buSzPts val="1400"/>
              <a:buFont typeface="IBM Plex Sans"/>
              <a:buChar char="+"/>
              <a:defRPr b="0" i="0" sz="1400" u="none" cap="none" strike="noStrike">
                <a:solidFill>
                  <a:schemeClr val="dk2"/>
                </a:solidFill>
                <a:latin typeface="IBM Plex Sans"/>
                <a:ea typeface="IBM Plex Sans"/>
                <a:cs typeface="IBM Plex Sans"/>
                <a:sym typeface="IBM Plex Sans"/>
              </a:defRPr>
            </a:lvl2pPr>
            <a:lvl3pPr lvl="2" marR="0" rtl="0" algn="l">
              <a:lnSpc>
                <a:spcPct val="90000"/>
              </a:lnSpc>
              <a:spcBef>
                <a:spcPts val="400"/>
              </a:spcBef>
              <a:spcAft>
                <a:spcPts val="0"/>
              </a:spcAft>
              <a:buClr>
                <a:schemeClr val="dk2"/>
              </a:buClr>
              <a:buSzPts val="1200"/>
              <a:buFont typeface="IBM Plex Sans"/>
              <a:buChar char="+"/>
              <a:defRPr b="0" i="0" sz="1200" u="none" cap="none" strike="noStrike">
                <a:solidFill>
                  <a:schemeClr val="dk2"/>
                </a:solidFill>
                <a:latin typeface="IBM Plex Sans"/>
                <a:ea typeface="IBM Plex Sans"/>
                <a:cs typeface="IBM Plex Sans"/>
                <a:sym typeface="IBM Plex Sans"/>
              </a:defRPr>
            </a:lvl3pPr>
            <a:lvl4pPr lvl="3"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4pPr>
            <a:lvl5pPr lvl="4"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9pPr>
          </a:lstStyle>
          <a:p/>
        </p:txBody>
      </p:sp>
      <p:sp>
        <p:nvSpPr>
          <p:cNvPr id="259" name="Google Shape;259;p34"/>
          <p:cNvSpPr txBox="1"/>
          <p:nvPr>
            <p:ph idx="3" type="body"/>
          </p:nvPr>
        </p:nvSpPr>
        <p:spPr>
          <a:xfrm>
            <a:off x="5993892" y="1529333"/>
            <a:ext cx="2631000" cy="685800"/>
          </a:xfrm>
          <a:prstGeom prst="rect">
            <a:avLst/>
          </a:prstGeom>
          <a:noFill/>
          <a:ln>
            <a:noFill/>
          </a:ln>
        </p:spPr>
        <p:txBody>
          <a:bodyPr anchorCtr="0" anchor="t" bIns="34275" lIns="260600"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a:solidFill>
                  <a:schemeClr val="accent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0" name="Google Shape;260;p34"/>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261" name="Google Shape;261;p34"/>
          <p:cNvGrpSpPr/>
          <p:nvPr/>
        </p:nvGrpSpPr>
        <p:grpSpPr>
          <a:xfrm>
            <a:off x="8712720" y="4727428"/>
            <a:ext cx="260015" cy="327279"/>
            <a:chOff x="4581525" y="1524000"/>
            <a:chExt cx="3026949" cy="3809999"/>
          </a:xfrm>
        </p:grpSpPr>
        <p:sp>
          <p:nvSpPr>
            <p:cNvPr id="262" name="Google Shape;262;p34"/>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263" name="Google Shape;263;p34"/>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264" name="Google Shape;264;p34"/>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394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Team">
  <p:cSld name="Our Team">
    <p:bg>
      <p:bgPr>
        <a:solidFill>
          <a:srgbClr val="1E1A34"/>
        </a:solidFill>
      </p:bgPr>
    </p:bg>
    <p:spTree>
      <p:nvGrpSpPr>
        <p:cNvPr id="265" name="Shape 265"/>
        <p:cNvGrpSpPr/>
        <p:nvPr/>
      </p:nvGrpSpPr>
      <p:grpSpPr>
        <a:xfrm>
          <a:off x="0" y="0"/>
          <a:ext cx="0" cy="0"/>
          <a:chOff x="0" y="0"/>
          <a:chExt cx="0" cy="0"/>
        </a:xfrm>
      </p:grpSpPr>
      <p:sp>
        <p:nvSpPr>
          <p:cNvPr id="266" name="Google Shape;266;p35"/>
          <p:cNvSpPr/>
          <p:nvPr>
            <p:ph idx="2" type="pic"/>
          </p:nvPr>
        </p:nvSpPr>
        <p:spPr>
          <a:xfrm>
            <a:off x="854850" y="1050700"/>
            <a:ext cx="1107600" cy="1192800"/>
          </a:xfrm>
          <a:prstGeom prst="rect">
            <a:avLst/>
          </a:prstGeom>
          <a:noFill/>
          <a:ln>
            <a:noFill/>
          </a:ln>
        </p:spPr>
      </p:sp>
      <p:sp>
        <p:nvSpPr>
          <p:cNvPr id="267" name="Google Shape;267;p35"/>
          <p:cNvSpPr/>
          <p:nvPr>
            <p:ph idx="3" type="pic"/>
          </p:nvPr>
        </p:nvSpPr>
        <p:spPr>
          <a:xfrm>
            <a:off x="2436525" y="1050700"/>
            <a:ext cx="1107600" cy="1192800"/>
          </a:xfrm>
          <a:prstGeom prst="rect">
            <a:avLst/>
          </a:prstGeom>
          <a:noFill/>
          <a:ln>
            <a:noFill/>
          </a:ln>
        </p:spPr>
      </p:sp>
      <p:sp>
        <p:nvSpPr>
          <p:cNvPr id="268" name="Google Shape;268;p35"/>
          <p:cNvSpPr txBox="1"/>
          <p:nvPr>
            <p:ph idx="1" type="body"/>
          </p:nvPr>
        </p:nvSpPr>
        <p:spPr>
          <a:xfrm>
            <a:off x="24426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69" name="Google Shape;269;p35"/>
          <p:cNvSpPr/>
          <p:nvPr>
            <p:ph idx="4" type="pic"/>
          </p:nvPr>
        </p:nvSpPr>
        <p:spPr>
          <a:xfrm>
            <a:off x="4018200" y="1050700"/>
            <a:ext cx="1107600" cy="1192800"/>
          </a:xfrm>
          <a:prstGeom prst="rect">
            <a:avLst/>
          </a:prstGeom>
          <a:noFill/>
          <a:ln>
            <a:noFill/>
          </a:ln>
        </p:spPr>
      </p:sp>
      <p:sp>
        <p:nvSpPr>
          <p:cNvPr id="270" name="Google Shape;270;p35"/>
          <p:cNvSpPr txBox="1"/>
          <p:nvPr>
            <p:ph idx="5" type="body"/>
          </p:nvPr>
        </p:nvSpPr>
        <p:spPr>
          <a:xfrm>
            <a:off x="8670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71" name="Google Shape;271;p35"/>
          <p:cNvSpPr/>
          <p:nvPr>
            <p:ph idx="6" type="pic"/>
          </p:nvPr>
        </p:nvSpPr>
        <p:spPr>
          <a:xfrm>
            <a:off x="5599875" y="1050700"/>
            <a:ext cx="1107600" cy="1192800"/>
          </a:xfrm>
          <a:prstGeom prst="rect">
            <a:avLst/>
          </a:prstGeom>
          <a:noFill/>
          <a:ln>
            <a:noFill/>
          </a:ln>
        </p:spPr>
      </p:sp>
      <p:sp>
        <p:nvSpPr>
          <p:cNvPr id="272" name="Google Shape;272;p35"/>
          <p:cNvSpPr/>
          <p:nvPr>
            <p:ph idx="7" type="pic"/>
          </p:nvPr>
        </p:nvSpPr>
        <p:spPr>
          <a:xfrm>
            <a:off x="7181550" y="1050700"/>
            <a:ext cx="1107600" cy="1192800"/>
          </a:xfrm>
          <a:prstGeom prst="rect">
            <a:avLst/>
          </a:prstGeom>
          <a:noFill/>
          <a:ln>
            <a:noFill/>
          </a:ln>
        </p:spPr>
      </p:sp>
      <p:sp>
        <p:nvSpPr>
          <p:cNvPr id="273" name="Google Shape;273;p35"/>
          <p:cNvSpPr txBox="1"/>
          <p:nvPr>
            <p:ph idx="8" type="subTitle"/>
          </p:nvPr>
        </p:nvSpPr>
        <p:spPr>
          <a:xfrm>
            <a:off x="8670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74" name="Google Shape;274;p35"/>
          <p:cNvSpPr txBox="1"/>
          <p:nvPr>
            <p:ph idx="9" type="subTitle"/>
          </p:nvPr>
        </p:nvSpPr>
        <p:spPr>
          <a:xfrm>
            <a:off x="24426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75" name="Google Shape;275;p35"/>
          <p:cNvSpPr txBox="1"/>
          <p:nvPr>
            <p:ph idx="13" type="body"/>
          </p:nvPr>
        </p:nvSpPr>
        <p:spPr>
          <a:xfrm>
            <a:off x="40182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76" name="Google Shape;276;p35"/>
          <p:cNvSpPr txBox="1"/>
          <p:nvPr>
            <p:ph idx="14" type="subTitle"/>
          </p:nvPr>
        </p:nvSpPr>
        <p:spPr>
          <a:xfrm>
            <a:off x="40182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77" name="Google Shape;277;p35"/>
          <p:cNvSpPr txBox="1"/>
          <p:nvPr>
            <p:ph idx="15" type="body"/>
          </p:nvPr>
        </p:nvSpPr>
        <p:spPr>
          <a:xfrm>
            <a:off x="55938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78" name="Google Shape;278;p35"/>
          <p:cNvSpPr txBox="1"/>
          <p:nvPr>
            <p:ph idx="16" type="subTitle"/>
          </p:nvPr>
        </p:nvSpPr>
        <p:spPr>
          <a:xfrm>
            <a:off x="55938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79" name="Google Shape;279;p35"/>
          <p:cNvSpPr txBox="1"/>
          <p:nvPr>
            <p:ph idx="17" type="body"/>
          </p:nvPr>
        </p:nvSpPr>
        <p:spPr>
          <a:xfrm>
            <a:off x="71694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80" name="Google Shape;280;p35"/>
          <p:cNvSpPr txBox="1"/>
          <p:nvPr>
            <p:ph idx="18" type="subTitle"/>
          </p:nvPr>
        </p:nvSpPr>
        <p:spPr>
          <a:xfrm>
            <a:off x="71694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81" name="Google Shape;281;p35"/>
          <p:cNvSpPr/>
          <p:nvPr>
            <p:ph idx="19" type="pic"/>
          </p:nvPr>
        </p:nvSpPr>
        <p:spPr>
          <a:xfrm>
            <a:off x="854850" y="2855575"/>
            <a:ext cx="1107600" cy="1192800"/>
          </a:xfrm>
          <a:prstGeom prst="rect">
            <a:avLst/>
          </a:prstGeom>
          <a:noFill/>
          <a:ln>
            <a:noFill/>
          </a:ln>
        </p:spPr>
      </p:sp>
      <p:sp>
        <p:nvSpPr>
          <p:cNvPr id="282" name="Google Shape;282;p35"/>
          <p:cNvSpPr/>
          <p:nvPr>
            <p:ph idx="20" type="pic"/>
          </p:nvPr>
        </p:nvSpPr>
        <p:spPr>
          <a:xfrm>
            <a:off x="2436525" y="2855575"/>
            <a:ext cx="1107600" cy="1192800"/>
          </a:xfrm>
          <a:prstGeom prst="rect">
            <a:avLst/>
          </a:prstGeom>
          <a:noFill/>
          <a:ln>
            <a:noFill/>
          </a:ln>
        </p:spPr>
      </p:sp>
      <p:sp>
        <p:nvSpPr>
          <p:cNvPr id="283" name="Google Shape;283;p35"/>
          <p:cNvSpPr txBox="1"/>
          <p:nvPr>
            <p:ph idx="21" type="body"/>
          </p:nvPr>
        </p:nvSpPr>
        <p:spPr>
          <a:xfrm>
            <a:off x="24426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84" name="Google Shape;284;p35"/>
          <p:cNvSpPr/>
          <p:nvPr>
            <p:ph idx="22" type="pic"/>
          </p:nvPr>
        </p:nvSpPr>
        <p:spPr>
          <a:xfrm>
            <a:off x="4018200" y="2855575"/>
            <a:ext cx="1107600" cy="1192800"/>
          </a:xfrm>
          <a:prstGeom prst="rect">
            <a:avLst/>
          </a:prstGeom>
          <a:noFill/>
          <a:ln>
            <a:noFill/>
          </a:ln>
        </p:spPr>
      </p:sp>
      <p:sp>
        <p:nvSpPr>
          <p:cNvPr id="285" name="Google Shape;285;p35"/>
          <p:cNvSpPr txBox="1"/>
          <p:nvPr>
            <p:ph idx="23" type="body"/>
          </p:nvPr>
        </p:nvSpPr>
        <p:spPr>
          <a:xfrm>
            <a:off x="861000"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86" name="Google Shape;286;p35"/>
          <p:cNvSpPr/>
          <p:nvPr>
            <p:ph idx="24" type="pic"/>
          </p:nvPr>
        </p:nvSpPr>
        <p:spPr>
          <a:xfrm>
            <a:off x="5599875" y="2855575"/>
            <a:ext cx="1107600" cy="1192800"/>
          </a:xfrm>
          <a:prstGeom prst="rect">
            <a:avLst/>
          </a:prstGeom>
          <a:noFill/>
          <a:ln>
            <a:noFill/>
          </a:ln>
        </p:spPr>
      </p:sp>
      <p:sp>
        <p:nvSpPr>
          <p:cNvPr id="287" name="Google Shape;287;p35"/>
          <p:cNvSpPr/>
          <p:nvPr>
            <p:ph idx="25" type="pic"/>
          </p:nvPr>
        </p:nvSpPr>
        <p:spPr>
          <a:xfrm>
            <a:off x="7181550" y="2855575"/>
            <a:ext cx="1107600" cy="1192800"/>
          </a:xfrm>
          <a:prstGeom prst="rect">
            <a:avLst/>
          </a:prstGeom>
          <a:noFill/>
          <a:ln>
            <a:noFill/>
          </a:ln>
        </p:spPr>
      </p:sp>
      <p:sp>
        <p:nvSpPr>
          <p:cNvPr id="288" name="Google Shape;288;p35"/>
          <p:cNvSpPr txBox="1"/>
          <p:nvPr>
            <p:ph idx="26" type="subTitle"/>
          </p:nvPr>
        </p:nvSpPr>
        <p:spPr>
          <a:xfrm>
            <a:off x="8670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89" name="Google Shape;289;p35"/>
          <p:cNvSpPr txBox="1"/>
          <p:nvPr>
            <p:ph idx="27" type="subTitle"/>
          </p:nvPr>
        </p:nvSpPr>
        <p:spPr>
          <a:xfrm>
            <a:off x="24426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90" name="Google Shape;290;p35"/>
          <p:cNvSpPr txBox="1"/>
          <p:nvPr>
            <p:ph idx="28" type="body"/>
          </p:nvPr>
        </p:nvSpPr>
        <p:spPr>
          <a:xfrm>
            <a:off x="40182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91" name="Google Shape;291;p35"/>
          <p:cNvSpPr txBox="1"/>
          <p:nvPr>
            <p:ph idx="29" type="subTitle"/>
          </p:nvPr>
        </p:nvSpPr>
        <p:spPr>
          <a:xfrm>
            <a:off x="40182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92" name="Google Shape;292;p35"/>
          <p:cNvSpPr txBox="1"/>
          <p:nvPr>
            <p:ph idx="30" type="body"/>
          </p:nvPr>
        </p:nvSpPr>
        <p:spPr>
          <a:xfrm>
            <a:off x="55938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93" name="Google Shape;293;p35"/>
          <p:cNvSpPr txBox="1"/>
          <p:nvPr>
            <p:ph idx="31" type="subTitle"/>
          </p:nvPr>
        </p:nvSpPr>
        <p:spPr>
          <a:xfrm>
            <a:off x="55938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94" name="Google Shape;294;p35"/>
          <p:cNvSpPr txBox="1"/>
          <p:nvPr>
            <p:ph idx="32" type="body"/>
          </p:nvPr>
        </p:nvSpPr>
        <p:spPr>
          <a:xfrm>
            <a:off x="71694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295" name="Google Shape;295;p35"/>
          <p:cNvSpPr txBox="1"/>
          <p:nvPr>
            <p:ph idx="33" type="subTitle"/>
          </p:nvPr>
        </p:nvSpPr>
        <p:spPr>
          <a:xfrm>
            <a:off x="71694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296" name="Google Shape;296;p35"/>
          <p:cNvSpPr txBox="1"/>
          <p:nvPr>
            <p:ph idx="34" type="body"/>
          </p:nvPr>
        </p:nvSpPr>
        <p:spPr>
          <a:xfrm>
            <a:off x="342900" y="0"/>
            <a:ext cx="7155600" cy="994500"/>
          </a:xfrm>
          <a:prstGeom prst="rect">
            <a:avLst/>
          </a:prstGeom>
          <a:noFill/>
          <a:ln>
            <a:noFill/>
          </a:ln>
        </p:spPr>
        <p:txBody>
          <a:bodyPr anchorCtr="0" anchor="t" bIns="34275" lIns="68575" spcFirstLastPara="1" rIns="68575" wrap="square" tIns="274325">
            <a:noAutofit/>
          </a:bodyPr>
          <a:lstStyle>
            <a:lvl1pPr indent="-228600" lvl="0" marL="457200" algn="l">
              <a:lnSpc>
                <a:spcPct val="90000"/>
              </a:lnSpc>
              <a:spcBef>
                <a:spcPts val="800"/>
              </a:spcBef>
              <a:spcAft>
                <a:spcPts val="0"/>
              </a:spcAft>
              <a:buClr>
                <a:schemeClr val="lt1"/>
              </a:buClr>
              <a:buSzPts val="2100"/>
              <a:buNone/>
              <a:defRPr sz="2100">
                <a:solidFill>
                  <a:schemeClr val="l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lt1"/>
              </a:buClr>
              <a:buSzPts val="1400"/>
              <a:buChar char="+"/>
              <a:defRPr>
                <a:solidFill>
                  <a:schemeClr val="lt1"/>
                </a:solidFill>
              </a:defRPr>
            </a:lvl2pPr>
            <a:lvl3pPr indent="-304800" lvl="2" marL="1371600" algn="l">
              <a:lnSpc>
                <a:spcPct val="90000"/>
              </a:lnSpc>
              <a:spcBef>
                <a:spcPts val="400"/>
              </a:spcBef>
              <a:spcAft>
                <a:spcPts val="0"/>
              </a:spcAft>
              <a:buClr>
                <a:schemeClr val="lt1"/>
              </a:buClr>
              <a:buSzPts val="1200"/>
              <a:buChar char="+"/>
              <a:defRPr>
                <a:solidFill>
                  <a:schemeClr val="lt1"/>
                </a:solidFill>
              </a:defRPr>
            </a:lvl3pPr>
            <a:lvl4pPr indent="-298450" lvl="3" marL="1828800" algn="l">
              <a:lnSpc>
                <a:spcPct val="90000"/>
              </a:lnSpc>
              <a:spcBef>
                <a:spcPts val="400"/>
              </a:spcBef>
              <a:spcAft>
                <a:spcPts val="0"/>
              </a:spcAft>
              <a:buClr>
                <a:schemeClr val="lt1"/>
              </a:buClr>
              <a:buSzPts val="1100"/>
              <a:buChar char="+"/>
              <a:defRPr>
                <a:solidFill>
                  <a:schemeClr val="lt1"/>
                </a:solidFill>
              </a:defRPr>
            </a:lvl4pPr>
            <a:lvl5pPr indent="-298450" lvl="4" marL="2286000" algn="l">
              <a:lnSpc>
                <a:spcPct val="90000"/>
              </a:lnSpc>
              <a:spcBef>
                <a:spcPts val="400"/>
              </a:spcBef>
              <a:spcAft>
                <a:spcPts val="0"/>
              </a:spcAft>
              <a:buClr>
                <a:schemeClr val="lt1"/>
              </a:buClr>
              <a:buSzPts val="11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7" name="Google Shape;297;p35"/>
          <p:cNvSpPr txBox="1"/>
          <p:nvPr>
            <p:ph idx="11" type="ftr"/>
          </p:nvPr>
        </p:nvSpPr>
        <p:spPr>
          <a:xfrm>
            <a:off x="107156" y="4800600"/>
            <a:ext cx="30861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8" name="Google Shape;298;p35"/>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5"/>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mbly Team X8">
  <p:cSld name="Assembly Team X8">
    <p:spTree>
      <p:nvGrpSpPr>
        <p:cNvPr id="300" name="Shape 300"/>
        <p:cNvGrpSpPr/>
        <p:nvPr/>
      </p:nvGrpSpPr>
      <p:grpSpPr>
        <a:xfrm>
          <a:off x="0" y="0"/>
          <a:ext cx="0" cy="0"/>
          <a:chOff x="0" y="0"/>
          <a:chExt cx="0" cy="0"/>
        </a:xfrm>
      </p:grpSpPr>
      <p:sp>
        <p:nvSpPr>
          <p:cNvPr id="301" name="Google Shape;301;p36"/>
          <p:cNvSpPr txBox="1"/>
          <p:nvPr>
            <p:ph type="title"/>
          </p:nvPr>
        </p:nvSpPr>
        <p:spPr>
          <a:xfrm>
            <a:off x="685800" y="1371600"/>
            <a:ext cx="13746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2" name="Google Shape;302;p36"/>
          <p:cNvSpPr txBox="1"/>
          <p:nvPr>
            <p:ph idx="1" type="body"/>
          </p:nvPr>
        </p:nvSpPr>
        <p:spPr>
          <a:xfrm>
            <a:off x="2343104" y="2173379"/>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3" name="Google Shape;303;p36"/>
          <p:cNvSpPr txBox="1"/>
          <p:nvPr>
            <p:ph idx="2" type="body"/>
          </p:nvPr>
        </p:nvSpPr>
        <p:spPr>
          <a:xfrm>
            <a:off x="5479826" y="4239222"/>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36"/>
          <p:cNvSpPr txBox="1"/>
          <p:nvPr>
            <p:ph idx="3" type="body"/>
          </p:nvPr>
        </p:nvSpPr>
        <p:spPr>
          <a:xfrm>
            <a:off x="5479826" y="2173379"/>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5" name="Google Shape;305;p36"/>
          <p:cNvSpPr/>
          <p:nvPr/>
        </p:nvSpPr>
        <p:spPr>
          <a:xfrm>
            <a:off x="2343104"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06" name="Google Shape;306;p36"/>
          <p:cNvSpPr/>
          <p:nvPr/>
        </p:nvSpPr>
        <p:spPr>
          <a:xfrm>
            <a:off x="3911465"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07" name="Google Shape;307;p36"/>
          <p:cNvSpPr/>
          <p:nvPr/>
        </p:nvSpPr>
        <p:spPr>
          <a:xfrm>
            <a:off x="3911465"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08" name="Google Shape;308;p36"/>
          <p:cNvSpPr/>
          <p:nvPr/>
        </p:nvSpPr>
        <p:spPr>
          <a:xfrm>
            <a:off x="2343104"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09" name="Google Shape;309;p36"/>
          <p:cNvSpPr/>
          <p:nvPr/>
        </p:nvSpPr>
        <p:spPr>
          <a:xfrm>
            <a:off x="7048187"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10" name="Google Shape;310;p36"/>
          <p:cNvSpPr/>
          <p:nvPr/>
        </p:nvSpPr>
        <p:spPr>
          <a:xfrm>
            <a:off x="5479826"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11" name="Google Shape;311;p36"/>
          <p:cNvSpPr txBox="1"/>
          <p:nvPr>
            <p:ph idx="4" type="body"/>
          </p:nvPr>
        </p:nvSpPr>
        <p:spPr>
          <a:xfrm>
            <a:off x="3911465" y="4239222"/>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2" name="Google Shape;312;p36"/>
          <p:cNvSpPr txBox="1"/>
          <p:nvPr>
            <p:ph idx="5" type="body"/>
          </p:nvPr>
        </p:nvSpPr>
        <p:spPr>
          <a:xfrm>
            <a:off x="7048187" y="4239222"/>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3" name="Google Shape;313;p36"/>
          <p:cNvSpPr txBox="1"/>
          <p:nvPr>
            <p:ph idx="6" type="body"/>
          </p:nvPr>
        </p:nvSpPr>
        <p:spPr>
          <a:xfrm>
            <a:off x="2343104" y="4239222"/>
            <a:ext cx="1783200" cy="41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solidFill>
                  <a:schemeClr val="dk2"/>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None/>
              <a:defRPr sz="900">
                <a:solidFill>
                  <a:schemeClr val="dk2"/>
                </a:solidFill>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4" name="Google Shape;314;p36"/>
          <p:cNvSpPr txBox="1"/>
          <p:nvPr>
            <p:ph idx="7" type="body"/>
          </p:nvPr>
        </p:nvSpPr>
        <p:spPr>
          <a:xfrm>
            <a:off x="3911465" y="2173379"/>
            <a:ext cx="1783200" cy="41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5" name="Google Shape;315;p36"/>
          <p:cNvSpPr txBox="1"/>
          <p:nvPr>
            <p:ph idx="8" type="body"/>
          </p:nvPr>
        </p:nvSpPr>
        <p:spPr>
          <a:xfrm>
            <a:off x="7048187" y="2173379"/>
            <a:ext cx="1783200" cy="41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Font typeface="IBM Plex Sans"/>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6" name="Google Shape;316;p36"/>
          <p:cNvSpPr/>
          <p:nvPr/>
        </p:nvSpPr>
        <p:spPr>
          <a:xfrm>
            <a:off x="5479826"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17" name="Google Shape;317;p36"/>
          <p:cNvSpPr/>
          <p:nvPr/>
        </p:nvSpPr>
        <p:spPr>
          <a:xfrm>
            <a:off x="7048187"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18" name="Google Shape;318;p36"/>
          <p:cNvSpPr/>
          <p:nvPr>
            <p:ph idx="9" type="pic"/>
          </p:nvPr>
        </p:nvSpPr>
        <p:spPr>
          <a:xfrm>
            <a:off x="2342587" y="687638"/>
            <a:ext cx="1234800" cy="1231200"/>
          </a:xfrm>
          <a:prstGeom prst="rect">
            <a:avLst/>
          </a:prstGeom>
          <a:solidFill>
            <a:schemeClr val="accent1"/>
          </a:solidFill>
          <a:ln>
            <a:noFill/>
          </a:ln>
        </p:spPr>
      </p:sp>
      <p:sp>
        <p:nvSpPr>
          <p:cNvPr id="319" name="Google Shape;319;p36"/>
          <p:cNvSpPr/>
          <p:nvPr>
            <p:ph idx="13" type="pic"/>
          </p:nvPr>
        </p:nvSpPr>
        <p:spPr>
          <a:xfrm>
            <a:off x="3911120" y="687638"/>
            <a:ext cx="1234800" cy="1231200"/>
          </a:xfrm>
          <a:prstGeom prst="rect">
            <a:avLst/>
          </a:prstGeom>
          <a:solidFill>
            <a:schemeClr val="accent1"/>
          </a:solidFill>
          <a:ln>
            <a:noFill/>
          </a:ln>
        </p:spPr>
      </p:sp>
      <p:sp>
        <p:nvSpPr>
          <p:cNvPr id="320" name="Google Shape;320;p36"/>
          <p:cNvSpPr/>
          <p:nvPr>
            <p:ph idx="14" type="pic"/>
          </p:nvPr>
        </p:nvSpPr>
        <p:spPr>
          <a:xfrm>
            <a:off x="5479654" y="687638"/>
            <a:ext cx="1234500" cy="1231200"/>
          </a:xfrm>
          <a:prstGeom prst="rect">
            <a:avLst/>
          </a:prstGeom>
          <a:solidFill>
            <a:schemeClr val="accent1"/>
          </a:solidFill>
          <a:ln>
            <a:noFill/>
          </a:ln>
        </p:spPr>
      </p:sp>
      <p:sp>
        <p:nvSpPr>
          <p:cNvPr id="321" name="Google Shape;321;p36"/>
          <p:cNvSpPr/>
          <p:nvPr>
            <p:ph idx="15" type="pic"/>
          </p:nvPr>
        </p:nvSpPr>
        <p:spPr>
          <a:xfrm>
            <a:off x="7047949" y="687638"/>
            <a:ext cx="1234800" cy="1231200"/>
          </a:xfrm>
          <a:prstGeom prst="rect">
            <a:avLst/>
          </a:prstGeom>
          <a:solidFill>
            <a:schemeClr val="accent1"/>
          </a:solidFill>
          <a:ln>
            <a:noFill/>
          </a:ln>
        </p:spPr>
      </p:sp>
      <p:sp>
        <p:nvSpPr>
          <p:cNvPr id="322" name="Google Shape;322;p36"/>
          <p:cNvSpPr/>
          <p:nvPr>
            <p:ph idx="16" type="pic"/>
          </p:nvPr>
        </p:nvSpPr>
        <p:spPr>
          <a:xfrm>
            <a:off x="2342587" y="2711054"/>
            <a:ext cx="1234800" cy="1234800"/>
          </a:xfrm>
          <a:prstGeom prst="rect">
            <a:avLst/>
          </a:prstGeom>
          <a:solidFill>
            <a:schemeClr val="accent1"/>
          </a:solidFill>
          <a:ln>
            <a:noFill/>
          </a:ln>
        </p:spPr>
      </p:sp>
      <p:sp>
        <p:nvSpPr>
          <p:cNvPr id="323" name="Google Shape;323;p36"/>
          <p:cNvSpPr/>
          <p:nvPr>
            <p:ph idx="17" type="pic"/>
          </p:nvPr>
        </p:nvSpPr>
        <p:spPr>
          <a:xfrm>
            <a:off x="3910724" y="2711053"/>
            <a:ext cx="1234800" cy="1234500"/>
          </a:xfrm>
          <a:prstGeom prst="rect">
            <a:avLst/>
          </a:prstGeom>
          <a:solidFill>
            <a:schemeClr val="accent1"/>
          </a:solidFill>
          <a:ln>
            <a:noFill/>
          </a:ln>
        </p:spPr>
      </p:sp>
      <p:sp>
        <p:nvSpPr>
          <p:cNvPr id="324" name="Google Shape;324;p36"/>
          <p:cNvSpPr/>
          <p:nvPr>
            <p:ph idx="18" type="pic"/>
          </p:nvPr>
        </p:nvSpPr>
        <p:spPr>
          <a:xfrm>
            <a:off x="5478860" y="2711053"/>
            <a:ext cx="1234500" cy="1234500"/>
          </a:xfrm>
          <a:prstGeom prst="rect">
            <a:avLst/>
          </a:prstGeom>
          <a:solidFill>
            <a:schemeClr val="accent1"/>
          </a:solidFill>
          <a:ln>
            <a:noFill/>
          </a:ln>
        </p:spPr>
      </p:sp>
      <p:sp>
        <p:nvSpPr>
          <p:cNvPr id="325" name="Google Shape;325;p36"/>
          <p:cNvSpPr/>
          <p:nvPr>
            <p:ph idx="19" type="pic"/>
          </p:nvPr>
        </p:nvSpPr>
        <p:spPr>
          <a:xfrm>
            <a:off x="7046759" y="2711054"/>
            <a:ext cx="1234800" cy="1220400"/>
          </a:xfrm>
          <a:prstGeom prst="rect">
            <a:avLst/>
          </a:prstGeom>
          <a:solidFill>
            <a:schemeClr val="accent1"/>
          </a:solidFill>
          <a:ln>
            <a:noFill/>
          </a:ln>
        </p:spPr>
      </p:sp>
      <p:sp>
        <p:nvSpPr>
          <p:cNvPr id="326" name="Google Shape;326;p36"/>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mbly Team X4">
  <p:cSld name="Assembly Team X4">
    <p:spTree>
      <p:nvGrpSpPr>
        <p:cNvPr id="327" name="Shape 327"/>
        <p:cNvGrpSpPr/>
        <p:nvPr/>
      </p:nvGrpSpPr>
      <p:grpSpPr>
        <a:xfrm>
          <a:off x="0" y="0"/>
          <a:ext cx="0" cy="0"/>
          <a:chOff x="0" y="0"/>
          <a:chExt cx="0" cy="0"/>
        </a:xfrm>
      </p:grpSpPr>
      <p:sp>
        <p:nvSpPr>
          <p:cNvPr id="328" name="Google Shape;328;p37"/>
          <p:cNvSpPr txBox="1"/>
          <p:nvPr>
            <p:ph type="title"/>
          </p:nvPr>
        </p:nvSpPr>
        <p:spPr>
          <a:xfrm>
            <a:off x="685800" y="1371600"/>
            <a:ext cx="13746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9" name="Google Shape;329;p37"/>
          <p:cNvSpPr txBox="1"/>
          <p:nvPr>
            <p:ph idx="1" type="body"/>
          </p:nvPr>
        </p:nvSpPr>
        <p:spPr>
          <a:xfrm>
            <a:off x="2343104" y="3130779"/>
            <a:ext cx="1783200" cy="89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0" name="Google Shape;330;p37"/>
          <p:cNvSpPr txBox="1"/>
          <p:nvPr>
            <p:ph idx="2" type="body"/>
          </p:nvPr>
        </p:nvSpPr>
        <p:spPr>
          <a:xfrm>
            <a:off x="5479826" y="3130779"/>
            <a:ext cx="1783200" cy="89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1" name="Google Shape;331;p37"/>
          <p:cNvSpPr/>
          <p:nvPr/>
        </p:nvSpPr>
        <p:spPr>
          <a:xfrm>
            <a:off x="3911465"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32" name="Google Shape;332;p37"/>
          <p:cNvSpPr/>
          <p:nvPr/>
        </p:nvSpPr>
        <p:spPr>
          <a:xfrm>
            <a:off x="2343104"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33" name="Google Shape;333;p37"/>
          <p:cNvSpPr/>
          <p:nvPr/>
        </p:nvSpPr>
        <p:spPr>
          <a:xfrm>
            <a:off x="5479826"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34" name="Google Shape;334;p37"/>
          <p:cNvSpPr txBox="1"/>
          <p:nvPr>
            <p:ph idx="3" type="body"/>
          </p:nvPr>
        </p:nvSpPr>
        <p:spPr>
          <a:xfrm>
            <a:off x="3911465" y="3130779"/>
            <a:ext cx="1783200" cy="89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5" name="Google Shape;335;p37"/>
          <p:cNvSpPr txBox="1"/>
          <p:nvPr>
            <p:ph idx="4" type="body"/>
          </p:nvPr>
        </p:nvSpPr>
        <p:spPr>
          <a:xfrm>
            <a:off x="7048187" y="3130779"/>
            <a:ext cx="1783200" cy="89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Font typeface="IBM Plex Sans"/>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6" name="Google Shape;336;p37"/>
          <p:cNvSpPr/>
          <p:nvPr/>
        </p:nvSpPr>
        <p:spPr>
          <a:xfrm>
            <a:off x="7048187"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37" name="Google Shape;337;p37"/>
          <p:cNvSpPr/>
          <p:nvPr>
            <p:ph idx="5" type="pic"/>
          </p:nvPr>
        </p:nvSpPr>
        <p:spPr>
          <a:xfrm>
            <a:off x="2342587" y="1645037"/>
            <a:ext cx="1234800" cy="1231200"/>
          </a:xfrm>
          <a:prstGeom prst="rect">
            <a:avLst/>
          </a:prstGeom>
          <a:solidFill>
            <a:schemeClr val="accent1"/>
          </a:solidFill>
          <a:ln>
            <a:noFill/>
          </a:ln>
        </p:spPr>
      </p:sp>
      <p:sp>
        <p:nvSpPr>
          <p:cNvPr id="338" name="Google Shape;338;p37"/>
          <p:cNvSpPr/>
          <p:nvPr>
            <p:ph idx="6" type="pic"/>
          </p:nvPr>
        </p:nvSpPr>
        <p:spPr>
          <a:xfrm>
            <a:off x="3911120" y="1645037"/>
            <a:ext cx="1234800" cy="1231200"/>
          </a:xfrm>
          <a:prstGeom prst="rect">
            <a:avLst/>
          </a:prstGeom>
          <a:solidFill>
            <a:schemeClr val="accent1"/>
          </a:solidFill>
          <a:ln>
            <a:noFill/>
          </a:ln>
        </p:spPr>
      </p:sp>
      <p:sp>
        <p:nvSpPr>
          <p:cNvPr id="339" name="Google Shape;339;p37"/>
          <p:cNvSpPr/>
          <p:nvPr>
            <p:ph idx="7" type="pic"/>
          </p:nvPr>
        </p:nvSpPr>
        <p:spPr>
          <a:xfrm>
            <a:off x="5479654" y="1645037"/>
            <a:ext cx="1234500" cy="1231200"/>
          </a:xfrm>
          <a:prstGeom prst="rect">
            <a:avLst/>
          </a:prstGeom>
          <a:solidFill>
            <a:schemeClr val="accent1"/>
          </a:solidFill>
          <a:ln>
            <a:noFill/>
          </a:ln>
        </p:spPr>
      </p:sp>
      <p:sp>
        <p:nvSpPr>
          <p:cNvPr id="340" name="Google Shape;340;p37"/>
          <p:cNvSpPr/>
          <p:nvPr>
            <p:ph idx="8" type="pic"/>
          </p:nvPr>
        </p:nvSpPr>
        <p:spPr>
          <a:xfrm>
            <a:off x="7047949" y="1645037"/>
            <a:ext cx="1234800" cy="1231200"/>
          </a:xfrm>
          <a:prstGeom prst="rect">
            <a:avLst/>
          </a:prstGeom>
          <a:solidFill>
            <a:schemeClr val="accent1"/>
          </a:solidFill>
          <a:ln>
            <a:noFill/>
          </a:ln>
        </p:spPr>
      </p:sp>
      <p:sp>
        <p:nvSpPr>
          <p:cNvPr id="341" name="Google Shape;341;p37"/>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O - 1UP">
  <p:cSld name="BIO - 1UP">
    <p:spTree>
      <p:nvGrpSpPr>
        <p:cNvPr id="342" name="Shape 342"/>
        <p:cNvGrpSpPr/>
        <p:nvPr/>
      </p:nvGrpSpPr>
      <p:grpSpPr>
        <a:xfrm>
          <a:off x="0" y="0"/>
          <a:ext cx="0" cy="0"/>
          <a:chOff x="0" y="0"/>
          <a:chExt cx="0" cy="0"/>
        </a:xfrm>
      </p:grpSpPr>
      <p:sp>
        <p:nvSpPr>
          <p:cNvPr id="343" name="Google Shape;343;p38"/>
          <p:cNvSpPr txBox="1"/>
          <p:nvPr>
            <p:ph type="title"/>
          </p:nvPr>
        </p:nvSpPr>
        <p:spPr>
          <a:xfrm>
            <a:off x="685800" y="687638"/>
            <a:ext cx="6362100" cy="411600"/>
          </a:xfrm>
          <a:prstGeom prst="rect">
            <a:avLst/>
          </a:prstGeom>
          <a:noFill/>
          <a:ln>
            <a:noFill/>
          </a:ln>
        </p:spPr>
        <p:txBody>
          <a:bodyPr anchorCtr="0" anchor="t" bIns="34275" lIns="68575" spcFirstLastPara="1" rIns="68575" wrap="square" tIns="0">
            <a:noAutofit/>
          </a:bodyPr>
          <a:lstStyle>
            <a:lvl1pPr lvl="0" algn="l">
              <a:lnSpc>
                <a:spcPct val="90000"/>
              </a:lnSpc>
              <a:spcBef>
                <a:spcPts val="0"/>
              </a:spcBef>
              <a:spcAft>
                <a:spcPts val="0"/>
              </a:spcAft>
              <a:buClr>
                <a:schemeClr val="dk2"/>
              </a:buClr>
              <a:buSzPts val="2100"/>
              <a:buFont typeface="IBM Plex Sans SemiBold"/>
              <a:buNone/>
              <a:defRPr>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4" name="Google Shape;344;p38"/>
          <p:cNvSpPr txBox="1"/>
          <p:nvPr>
            <p:ph idx="1" type="body"/>
          </p:nvPr>
        </p:nvSpPr>
        <p:spPr>
          <a:xfrm>
            <a:off x="685799" y="1370157"/>
            <a:ext cx="5905200" cy="3280500"/>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800"/>
              </a:spcBef>
              <a:spcAft>
                <a:spcPts val="0"/>
              </a:spcAft>
              <a:buClr>
                <a:schemeClr val="dk2"/>
              </a:buClr>
              <a:buSzPts val="900"/>
              <a:buFont typeface="IBM Plex Sans"/>
              <a:buNone/>
              <a:defRPr sz="9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5" name="Google Shape;345;p38"/>
          <p:cNvSpPr txBox="1"/>
          <p:nvPr>
            <p:ph idx="2" type="body"/>
          </p:nvPr>
        </p:nvSpPr>
        <p:spPr>
          <a:xfrm>
            <a:off x="7047949" y="2173379"/>
            <a:ext cx="1508700" cy="2477400"/>
          </a:xfrm>
          <a:prstGeom prst="rect">
            <a:avLst/>
          </a:prstGeom>
          <a:noFill/>
          <a:ln>
            <a:noFill/>
          </a:ln>
        </p:spPr>
        <p:txBody>
          <a:bodyPr anchorCtr="0" anchor="t" bIns="34275" lIns="68575" spcFirstLastPara="1" rIns="0" wrap="square" tIns="34275">
            <a:normAutofit/>
          </a:bodyPr>
          <a:lstStyle>
            <a:lvl1pPr indent="-228600" lvl="0" marL="457200" algn="l">
              <a:lnSpc>
                <a:spcPct val="90000"/>
              </a:lnSpc>
              <a:spcBef>
                <a:spcPts val="800"/>
              </a:spcBef>
              <a:spcAft>
                <a:spcPts val="0"/>
              </a:spcAft>
              <a:buClr>
                <a:schemeClr val="dk2"/>
              </a:buClr>
              <a:buSzPts val="1000"/>
              <a:buNone/>
              <a:defRPr i="1" sz="1000">
                <a:latin typeface="IBM Plex Mono Medium"/>
                <a:ea typeface="IBM Plex Mono Medium"/>
                <a:cs typeface="IBM Plex Mono Medium"/>
                <a:sym typeface="IBM Plex Mono Medium"/>
              </a:defRPr>
            </a:lvl1pPr>
            <a:lvl2pPr indent="-228600" lvl="1" marL="914400" algn="l">
              <a:lnSpc>
                <a:spcPct val="90000"/>
              </a:lnSpc>
              <a:spcBef>
                <a:spcPts val="400"/>
              </a:spcBef>
              <a:spcAft>
                <a:spcPts val="0"/>
              </a:spcAft>
              <a:buClr>
                <a:schemeClr val="dk2"/>
              </a:buClr>
              <a:buSzPts val="900"/>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6" name="Google Shape;346;p38"/>
          <p:cNvSpPr/>
          <p:nvPr/>
        </p:nvSpPr>
        <p:spPr>
          <a:xfrm>
            <a:off x="7047949" y="1988492"/>
            <a:ext cx="1505907"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47" name="Google Shape;347;p38"/>
          <p:cNvSpPr/>
          <p:nvPr>
            <p:ph idx="3" type="pic"/>
          </p:nvPr>
        </p:nvSpPr>
        <p:spPr>
          <a:xfrm>
            <a:off x="7047949" y="416597"/>
            <a:ext cx="1508700" cy="1508700"/>
          </a:xfrm>
          <a:prstGeom prst="rect">
            <a:avLst/>
          </a:prstGeom>
          <a:solidFill>
            <a:schemeClr val="accent1"/>
          </a:solidFill>
          <a:ln>
            <a:noFill/>
          </a:ln>
        </p:spPr>
      </p:sp>
      <p:sp>
        <p:nvSpPr>
          <p:cNvPr id="348" name="Google Shape;348;p38"/>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IO - 1UP">
  <p:cSld name="1_BIO - 1UP">
    <p:spTree>
      <p:nvGrpSpPr>
        <p:cNvPr id="349" name="Shape 349"/>
        <p:cNvGrpSpPr/>
        <p:nvPr/>
      </p:nvGrpSpPr>
      <p:grpSpPr>
        <a:xfrm>
          <a:off x="0" y="0"/>
          <a:ext cx="0" cy="0"/>
          <a:chOff x="0" y="0"/>
          <a:chExt cx="0" cy="0"/>
        </a:xfrm>
      </p:grpSpPr>
      <p:sp>
        <p:nvSpPr>
          <p:cNvPr id="350" name="Google Shape;350;p39"/>
          <p:cNvSpPr/>
          <p:nvPr>
            <p:ph idx="2" type="pic"/>
          </p:nvPr>
        </p:nvSpPr>
        <p:spPr>
          <a:xfrm>
            <a:off x="7247335" y="273843"/>
            <a:ext cx="1125000" cy="1125300"/>
          </a:xfrm>
          <a:prstGeom prst="rect">
            <a:avLst/>
          </a:prstGeom>
          <a:solidFill>
            <a:schemeClr val="accent1"/>
          </a:solidFill>
          <a:ln>
            <a:noFill/>
          </a:ln>
        </p:spPr>
      </p:sp>
      <p:sp>
        <p:nvSpPr>
          <p:cNvPr id="351" name="Google Shape;351;p39"/>
          <p:cNvSpPr txBox="1"/>
          <p:nvPr>
            <p:ph idx="1" type="body"/>
          </p:nvPr>
        </p:nvSpPr>
        <p:spPr>
          <a:xfrm>
            <a:off x="4806554" y="688181"/>
            <a:ext cx="1784700" cy="410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2100"/>
              <a:buNone/>
              <a:defRPr sz="2100">
                <a:solidFill>
                  <a:schemeClr val="dk2"/>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2" name="Google Shape;352;p39"/>
          <p:cNvSpPr txBox="1"/>
          <p:nvPr>
            <p:ph type="title"/>
          </p:nvPr>
        </p:nvSpPr>
        <p:spPr>
          <a:xfrm>
            <a:off x="685801" y="687638"/>
            <a:ext cx="1783200" cy="411600"/>
          </a:xfrm>
          <a:prstGeom prst="rect">
            <a:avLst/>
          </a:prstGeom>
          <a:noFill/>
          <a:ln>
            <a:noFill/>
          </a:ln>
        </p:spPr>
        <p:txBody>
          <a:bodyPr anchorCtr="0" anchor="t" bIns="34275" lIns="68575" spcFirstLastPara="1" rIns="68575" wrap="square" tIns="0">
            <a:noAutofit/>
          </a:bodyPr>
          <a:lstStyle>
            <a:lvl1pPr lvl="0" algn="l">
              <a:lnSpc>
                <a:spcPct val="90000"/>
              </a:lnSpc>
              <a:spcBef>
                <a:spcPts val="0"/>
              </a:spcBef>
              <a:spcAft>
                <a:spcPts val="0"/>
              </a:spcAft>
              <a:buClr>
                <a:schemeClr val="dk2"/>
              </a:buClr>
              <a:buSzPts val="2100"/>
              <a:buFont typeface="IBM Plex Sans SemiBold"/>
              <a:buNone/>
              <a:defRPr>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3" name="Google Shape;353;p39"/>
          <p:cNvSpPr txBox="1"/>
          <p:nvPr>
            <p:ph idx="3" type="body"/>
          </p:nvPr>
        </p:nvSpPr>
        <p:spPr>
          <a:xfrm>
            <a:off x="685799" y="1370157"/>
            <a:ext cx="3566100" cy="3280500"/>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800"/>
              </a:spcBef>
              <a:spcAft>
                <a:spcPts val="0"/>
              </a:spcAft>
              <a:buClr>
                <a:schemeClr val="dk2"/>
              </a:buClr>
              <a:buSzPts val="900"/>
              <a:buFont typeface="IBM Plex Sans"/>
              <a:buNone/>
              <a:defRPr sz="9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4" name="Google Shape;354;p39"/>
          <p:cNvSpPr/>
          <p:nvPr/>
        </p:nvSpPr>
        <p:spPr>
          <a:xfrm>
            <a:off x="3126785" y="1450356"/>
            <a:ext cx="1127539" cy="107981"/>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55" name="Google Shape;355;p39"/>
          <p:cNvSpPr/>
          <p:nvPr>
            <p:ph idx="4" type="pic"/>
          </p:nvPr>
        </p:nvSpPr>
        <p:spPr>
          <a:xfrm>
            <a:off x="3126785" y="273844"/>
            <a:ext cx="1125300" cy="1125300"/>
          </a:xfrm>
          <a:prstGeom prst="rect">
            <a:avLst/>
          </a:prstGeom>
          <a:solidFill>
            <a:schemeClr val="accent1"/>
          </a:solidFill>
          <a:ln>
            <a:noFill/>
          </a:ln>
        </p:spPr>
      </p:sp>
      <p:sp>
        <p:nvSpPr>
          <p:cNvPr id="356" name="Google Shape;356;p39"/>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7" name="Google Shape;357;p39"/>
          <p:cNvSpPr txBox="1"/>
          <p:nvPr>
            <p:ph idx="5" type="body"/>
          </p:nvPr>
        </p:nvSpPr>
        <p:spPr>
          <a:xfrm>
            <a:off x="4806315" y="1370157"/>
            <a:ext cx="3566100" cy="3280500"/>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800"/>
              </a:spcBef>
              <a:spcAft>
                <a:spcPts val="0"/>
              </a:spcAft>
              <a:buClr>
                <a:schemeClr val="dk2"/>
              </a:buClr>
              <a:buSzPts val="900"/>
              <a:buFont typeface="IBM Plex Sans"/>
              <a:buNone/>
              <a:defRPr sz="9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8" name="Google Shape;358;p39"/>
          <p:cNvSpPr/>
          <p:nvPr/>
        </p:nvSpPr>
        <p:spPr>
          <a:xfrm>
            <a:off x="7247302" y="1450356"/>
            <a:ext cx="1127539" cy="107981"/>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59" name="Google Shape;359;p39"/>
          <p:cNvSpPr txBox="1"/>
          <p:nvPr>
            <p:ph idx="6" type="body"/>
          </p:nvPr>
        </p:nvSpPr>
        <p:spPr>
          <a:xfrm>
            <a:off x="4806554" y="1370410"/>
            <a:ext cx="3565800" cy="3280200"/>
          </a:xfrm>
          <a:prstGeom prst="rect">
            <a:avLst/>
          </a:prstGeom>
          <a:noFill/>
          <a:ln>
            <a:noFill/>
          </a:ln>
        </p:spPr>
        <p:txBody>
          <a:bodyPr anchorCtr="0" anchor="t" bIns="34275" lIns="68575" spcFirstLastPara="1" rIns="68575" wrap="square" tIns="34275">
            <a:noAutofit/>
          </a:bodyPr>
          <a:lstStyle>
            <a:lvl1pPr indent="-285750" lvl="0" marL="457200" algn="l">
              <a:lnSpc>
                <a:spcPct val="90000"/>
              </a:lnSpc>
              <a:spcBef>
                <a:spcPts val="800"/>
              </a:spcBef>
              <a:spcAft>
                <a:spcPts val="0"/>
              </a:spcAft>
              <a:buClr>
                <a:schemeClr val="dk2"/>
              </a:buClr>
              <a:buSzPts val="900"/>
              <a:buChar char="+"/>
              <a:defRPr sz="9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 chart">
  <p:cSld name="center chart">
    <p:spTree>
      <p:nvGrpSpPr>
        <p:cNvPr id="360" name="Shape 360"/>
        <p:cNvGrpSpPr/>
        <p:nvPr/>
      </p:nvGrpSpPr>
      <p:grpSpPr>
        <a:xfrm>
          <a:off x="0" y="0"/>
          <a:ext cx="0" cy="0"/>
          <a:chOff x="0" y="0"/>
          <a:chExt cx="0" cy="0"/>
        </a:xfrm>
      </p:grpSpPr>
      <p:sp>
        <p:nvSpPr>
          <p:cNvPr id="361" name="Google Shape;361;p40"/>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2" name="Google Shape;362;p40"/>
          <p:cNvSpPr/>
          <p:nvPr>
            <p:ph idx="2" type="chart"/>
          </p:nvPr>
        </p:nvSpPr>
        <p:spPr>
          <a:xfrm>
            <a:off x="1714500" y="1067991"/>
            <a:ext cx="5715000" cy="31968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2"/>
              </a:buClr>
              <a:buSzPts val="1500"/>
              <a:buFont typeface="IBM Plex Sans"/>
              <a:buChar char="+"/>
              <a:defRPr b="0" i="0" sz="1500" u="none" cap="none" strike="noStrike">
                <a:solidFill>
                  <a:schemeClr val="dk2"/>
                </a:solidFill>
                <a:latin typeface="IBM Plex Sans"/>
                <a:ea typeface="IBM Plex Sans"/>
                <a:cs typeface="IBM Plex Sans"/>
                <a:sym typeface="IBM Plex Sans"/>
              </a:defRPr>
            </a:lvl1pPr>
            <a:lvl2pPr lvl="1" marR="0" rtl="0" algn="l">
              <a:lnSpc>
                <a:spcPct val="90000"/>
              </a:lnSpc>
              <a:spcBef>
                <a:spcPts val="400"/>
              </a:spcBef>
              <a:spcAft>
                <a:spcPts val="0"/>
              </a:spcAft>
              <a:buClr>
                <a:schemeClr val="dk2"/>
              </a:buClr>
              <a:buSzPts val="1400"/>
              <a:buFont typeface="IBM Plex Sans"/>
              <a:buChar char="+"/>
              <a:defRPr b="0" i="0" sz="1400" u="none" cap="none" strike="noStrike">
                <a:solidFill>
                  <a:schemeClr val="dk2"/>
                </a:solidFill>
                <a:latin typeface="IBM Plex Sans"/>
                <a:ea typeface="IBM Plex Sans"/>
                <a:cs typeface="IBM Plex Sans"/>
                <a:sym typeface="IBM Plex Sans"/>
              </a:defRPr>
            </a:lvl2pPr>
            <a:lvl3pPr lvl="2" marR="0" rtl="0" algn="l">
              <a:lnSpc>
                <a:spcPct val="90000"/>
              </a:lnSpc>
              <a:spcBef>
                <a:spcPts val="400"/>
              </a:spcBef>
              <a:spcAft>
                <a:spcPts val="0"/>
              </a:spcAft>
              <a:buClr>
                <a:schemeClr val="dk2"/>
              </a:buClr>
              <a:buSzPts val="1200"/>
              <a:buFont typeface="IBM Plex Sans"/>
              <a:buChar char="+"/>
              <a:defRPr b="0" i="0" sz="1200" u="none" cap="none" strike="noStrike">
                <a:solidFill>
                  <a:schemeClr val="dk2"/>
                </a:solidFill>
                <a:latin typeface="IBM Plex Sans"/>
                <a:ea typeface="IBM Plex Sans"/>
                <a:cs typeface="IBM Plex Sans"/>
                <a:sym typeface="IBM Plex Sans"/>
              </a:defRPr>
            </a:lvl3pPr>
            <a:lvl4pPr lvl="3"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4pPr>
            <a:lvl5pPr lvl="4"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9pPr>
          </a:lstStyle>
          <a:p/>
        </p:txBody>
      </p:sp>
      <p:sp>
        <p:nvSpPr>
          <p:cNvPr id="363" name="Google Shape;363;p40"/>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27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4" name="Shape 364"/>
        <p:cNvGrpSpPr/>
        <p:nvPr/>
      </p:nvGrpSpPr>
      <p:grpSpPr>
        <a:xfrm>
          <a:off x="0" y="0"/>
          <a:ext cx="0" cy="0"/>
          <a:chOff x="0" y="0"/>
          <a:chExt cx="0" cy="0"/>
        </a:xfrm>
      </p:grpSpPr>
      <p:sp>
        <p:nvSpPr>
          <p:cNvPr id="365" name="Google Shape;365;p41"/>
          <p:cNvSpPr txBox="1"/>
          <p:nvPr>
            <p:ph type="title"/>
          </p:nvPr>
        </p:nvSpPr>
        <p:spPr>
          <a:xfrm>
            <a:off x="629841" y="342900"/>
            <a:ext cx="2949300" cy="12003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dk2"/>
              </a:buClr>
              <a:buSzPts val="2400"/>
              <a:buFont typeface="IBM Plex Sans SemiBold"/>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6" name="Google Shape;366;p41"/>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1"/>
              </a:buClr>
              <a:buSzPts val="1500"/>
              <a:buChar char="+"/>
              <a:defRPr sz="1500">
                <a:solidFill>
                  <a:schemeClr val="dk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323850" lvl="4" marL="2286000" algn="l">
              <a:lnSpc>
                <a:spcPct val="90000"/>
              </a:lnSpc>
              <a:spcBef>
                <a:spcPts val="400"/>
              </a:spcBef>
              <a:spcAft>
                <a:spcPts val="0"/>
              </a:spcAft>
              <a:buClr>
                <a:schemeClr val="dk2"/>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367" name="Google Shape;367;p41"/>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200"/>
              <a:buNone/>
              <a:defRPr sz="1200"/>
            </a:lvl1pPr>
            <a:lvl2pPr indent="-228600" lvl="1" marL="914400" algn="l">
              <a:lnSpc>
                <a:spcPct val="90000"/>
              </a:lnSpc>
              <a:spcBef>
                <a:spcPts val="400"/>
              </a:spcBef>
              <a:spcAft>
                <a:spcPts val="0"/>
              </a:spcAft>
              <a:buClr>
                <a:schemeClr val="dk2"/>
              </a:buClr>
              <a:buSzPts val="1100"/>
              <a:buNone/>
              <a:defRPr sz="1100"/>
            </a:lvl2pPr>
            <a:lvl3pPr indent="-228600" lvl="2" marL="1371600" algn="l">
              <a:lnSpc>
                <a:spcPct val="90000"/>
              </a:lnSpc>
              <a:spcBef>
                <a:spcPts val="400"/>
              </a:spcBef>
              <a:spcAft>
                <a:spcPts val="0"/>
              </a:spcAft>
              <a:buClr>
                <a:schemeClr val="dk2"/>
              </a:buClr>
              <a:buSzPts val="900"/>
              <a:buNone/>
              <a:defRPr sz="900"/>
            </a:lvl3pPr>
            <a:lvl4pPr indent="-228600" lvl="3" marL="1828800" algn="l">
              <a:lnSpc>
                <a:spcPct val="90000"/>
              </a:lnSpc>
              <a:spcBef>
                <a:spcPts val="400"/>
              </a:spcBef>
              <a:spcAft>
                <a:spcPts val="0"/>
              </a:spcAft>
              <a:buClr>
                <a:schemeClr val="dk2"/>
              </a:buClr>
              <a:buSzPts val="800"/>
              <a:buNone/>
              <a:defRPr sz="800"/>
            </a:lvl4pPr>
            <a:lvl5pPr indent="-228600" lvl="4" marL="2286000" algn="l">
              <a:lnSpc>
                <a:spcPct val="90000"/>
              </a:lnSpc>
              <a:spcBef>
                <a:spcPts val="4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68" name="Google Shape;368;p41"/>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9" name="Shape 369"/>
        <p:cNvGrpSpPr/>
        <p:nvPr/>
      </p:nvGrpSpPr>
      <p:grpSpPr>
        <a:xfrm>
          <a:off x="0" y="0"/>
          <a:ext cx="0" cy="0"/>
          <a:chOff x="0" y="0"/>
          <a:chExt cx="0" cy="0"/>
        </a:xfrm>
      </p:grpSpPr>
      <p:sp>
        <p:nvSpPr>
          <p:cNvPr id="370" name="Google Shape;370;p42"/>
          <p:cNvSpPr txBox="1"/>
          <p:nvPr>
            <p:ph type="title"/>
          </p:nvPr>
        </p:nvSpPr>
        <p:spPr>
          <a:xfrm>
            <a:off x="629841" y="342900"/>
            <a:ext cx="2949300" cy="12003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dk2"/>
              </a:buClr>
              <a:buSzPts val="2400"/>
              <a:buFont typeface="IBM Plex Sans SemiBold"/>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1" name="Google Shape;371;p42"/>
          <p:cNvSpPr/>
          <p:nvPr>
            <p:ph idx="2" type="pic"/>
          </p:nvPr>
        </p:nvSpPr>
        <p:spPr>
          <a:xfrm>
            <a:off x="3887391" y="740569"/>
            <a:ext cx="4629300" cy="3655200"/>
          </a:xfrm>
          <a:prstGeom prst="rect">
            <a:avLst/>
          </a:prstGeom>
          <a:noFill/>
          <a:ln>
            <a:noFill/>
          </a:ln>
        </p:spPr>
      </p:sp>
      <p:sp>
        <p:nvSpPr>
          <p:cNvPr id="372" name="Google Shape;372;p42"/>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200"/>
              <a:buNone/>
              <a:defRPr sz="1200"/>
            </a:lvl1pPr>
            <a:lvl2pPr indent="-228600" lvl="1" marL="914400" algn="l">
              <a:lnSpc>
                <a:spcPct val="90000"/>
              </a:lnSpc>
              <a:spcBef>
                <a:spcPts val="400"/>
              </a:spcBef>
              <a:spcAft>
                <a:spcPts val="0"/>
              </a:spcAft>
              <a:buClr>
                <a:schemeClr val="dk2"/>
              </a:buClr>
              <a:buSzPts val="1100"/>
              <a:buNone/>
              <a:defRPr sz="1100"/>
            </a:lvl2pPr>
            <a:lvl3pPr indent="-228600" lvl="2" marL="1371600" algn="l">
              <a:lnSpc>
                <a:spcPct val="90000"/>
              </a:lnSpc>
              <a:spcBef>
                <a:spcPts val="400"/>
              </a:spcBef>
              <a:spcAft>
                <a:spcPts val="0"/>
              </a:spcAft>
              <a:buClr>
                <a:schemeClr val="dk2"/>
              </a:buClr>
              <a:buSzPts val="900"/>
              <a:buNone/>
              <a:defRPr sz="900"/>
            </a:lvl3pPr>
            <a:lvl4pPr indent="-228600" lvl="3" marL="1828800" algn="l">
              <a:lnSpc>
                <a:spcPct val="90000"/>
              </a:lnSpc>
              <a:spcBef>
                <a:spcPts val="400"/>
              </a:spcBef>
              <a:spcAft>
                <a:spcPts val="0"/>
              </a:spcAft>
              <a:buClr>
                <a:schemeClr val="dk2"/>
              </a:buClr>
              <a:buSzPts val="800"/>
              <a:buNone/>
              <a:defRPr sz="800"/>
            </a:lvl4pPr>
            <a:lvl5pPr indent="-228600" lvl="4" marL="2286000" algn="l">
              <a:lnSpc>
                <a:spcPct val="90000"/>
              </a:lnSpc>
              <a:spcBef>
                <a:spcPts val="4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73" name="Google Shape;373;p42"/>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logo title" showMasterSp="0">
  <p:cSld name="1_2 logo title">
    <p:bg>
      <p:bgPr>
        <a:solidFill>
          <a:schemeClr val="dk2"/>
        </a:solidFill>
      </p:bgPr>
    </p:bg>
    <p:spTree>
      <p:nvGrpSpPr>
        <p:cNvPr id="374" name="Shape 374"/>
        <p:cNvGrpSpPr/>
        <p:nvPr/>
      </p:nvGrpSpPr>
      <p:grpSpPr>
        <a:xfrm>
          <a:off x="0" y="0"/>
          <a:ext cx="0" cy="0"/>
          <a:chOff x="0" y="0"/>
          <a:chExt cx="0" cy="0"/>
        </a:xfrm>
      </p:grpSpPr>
      <p:sp>
        <p:nvSpPr>
          <p:cNvPr id="375" name="Google Shape;375;p43"/>
          <p:cNvSpPr/>
          <p:nvPr>
            <p:ph idx="2" type="pic"/>
          </p:nvPr>
        </p:nvSpPr>
        <p:spPr>
          <a:xfrm>
            <a:off x="0" y="0"/>
            <a:ext cx="9144000" cy="5143500"/>
          </a:xfrm>
          <a:prstGeom prst="rect">
            <a:avLst/>
          </a:prstGeom>
          <a:noFill/>
          <a:ln>
            <a:noFill/>
          </a:ln>
        </p:spPr>
      </p:sp>
      <p:sp>
        <p:nvSpPr>
          <p:cNvPr id="376" name="Google Shape;376;p43"/>
          <p:cNvSpPr txBox="1"/>
          <p:nvPr>
            <p:ph idx="1" type="subTitle"/>
          </p:nvPr>
        </p:nvSpPr>
        <p:spPr>
          <a:xfrm>
            <a:off x="1028700" y="2701529"/>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77" name="Google Shape;377;p43"/>
          <p:cNvSpPr txBox="1"/>
          <p:nvPr>
            <p:ph type="ctrTitle"/>
          </p:nvPr>
        </p:nvSpPr>
        <p:spPr>
          <a:xfrm>
            <a:off x="1028700" y="841772"/>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8" name="Google Shape;378;p43"/>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379" name="Google Shape;379;p43"/>
          <p:cNvGrpSpPr/>
          <p:nvPr/>
        </p:nvGrpSpPr>
        <p:grpSpPr>
          <a:xfrm>
            <a:off x="8712720" y="4727428"/>
            <a:ext cx="260015" cy="327279"/>
            <a:chOff x="4581525" y="1524000"/>
            <a:chExt cx="3026949" cy="3809999"/>
          </a:xfrm>
        </p:grpSpPr>
        <p:sp>
          <p:nvSpPr>
            <p:cNvPr id="380" name="Google Shape;380;p43"/>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81" name="Google Shape;381;p43"/>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382" name="Google Shape;382;p43"/>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paragraph and right image">
  <p:cSld name="1_Header paragraph and right image">
    <p:bg>
      <p:bgPr>
        <a:solidFill>
          <a:schemeClr val="dk2"/>
        </a:solidFill>
      </p:bgPr>
    </p:bg>
    <p:spTree>
      <p:nvGrpSpPr>
        <p:cNvPr id="383" name="Shape 383"/>
        <p:cNvGrpSpPr/>
        <p:nvPr/>
      </p:nvGrpSpPr>
      <p:grpSpPr>
        <a:xfrm>
          <a:off x="0" y="0"/>
          <a:ext cx="0" cy="0"/>
          <a:chOff x="0" y="0"/>
          <a:chExt cx="0" cy="0"/>
        </a:xfrm>
      </p:grpSpPr>
      <p:sp>
        <p:nvSpPr>
          <p:cNvPr id="384" name="Google Shape;384;p44"/>
          <p:cNvSpPr txBox="1"/>
          <p:nvPr>
            <p:ph type="ctrTitle"/>
          </p:nvPr>
        </p:nvSpPr>
        <p:spPr>
          <a:xfrm>
            <a:off x="0" y="1988820"/>
            <a:ext cx="4572000" cy="1790700"/>
          </a:xfrm>
          <a:prstGeom prst="rect">
            <a:avLst/>
          </a:prstGeom>
          <a:noFill/>
          <a:ln>
            <a:noFill/>
          </a:ln>
        </p:spPr>
        <p:txBody>
          <a:bodyPr anchorCtr="0" anchor="t" bIns="34275" lIns="754375" spcFirstLastPara="1" rIns="0" wrap="square" tIns="274325">
            <a:noAutofit/>
          </a:bodyPr>
          <a:lstStyle>
            <a:lvl1pPr lvl="0" algn="l">
              <a:lnSpc>
                <a:spcPct val="90000"/>
              </a:lnSpc>
              <a:spcBef>
                <a:spcPts val="0"/>
              </a:spcBef>
              <a:spcAft>
                <a:spcPts val="0"/>
              </a:spcAft>
              <a:buClr>
                <a:schemeClr val="lt1"/>
              </a:buClr>
              <a:buSzPts val="1500"/>
              <a:buFont typeface="IBM Plex Sans SemiBold"/>
              <a:buNone/>
              <a:defRPr i="0" sz="1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5" name="Google Shape;385;p44"/>
          <p:cNvSpPr/>
          <p:nvPr>
            <p:ph idx="2" type="pic"/>
          </p:nvPr>
        </p:nvSpPr>
        <p:spPr>
          <a:xfrm>
            <a:off x="4572000" y="-1"/>
            <a:ext cx="4572000" cy="5143500"/>
          </a:xfrm>
          <a:prstGeom prst="rect">
            <a:avLst/>
          </a:prstGeom>
          <a:noFill/>
          <a:ln>
            <a:noFill/>
          </a:ln>
        </p:spPr>
      </p:sp>
      <p:sp>
        <p:nvSpPr>
          <p:cNvPr id="386" name="Google Shape;386;p44"/>
          <p:cNvSpPr txBox="1"/>
          <p:nvPr>
            <p:ph idx="1" type="body"/>
          </p:nvPr>
        </p:nvSpPr>
        <p:spPr>
          <a:xfrm>
            <a:off x="700088" y="1564481"/>
            <a:ext cx="23790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Font typeface="IBM Plex Sans SemiBold"/>
              <a:buNone/>
              <a:defRPr>
                <a:solidFill>
                  <a:schemeClr val="accen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7" name="Google Shape;387;p44"/>
          <p:cNvSpPr txBox="1"/>
          <p:nvPr>
            <p:ph idx="3" type="body"/>
          </p:nvPr>
        </p:nvSpPr>
        <p:spPr>
          <a:xfrm>
            <a:off x="342900" y="0"/>
            <a:ext cx="5286300" cy="822900"/>
          </a:xfrm>
          <a:prstGeom prst="rect">
            <a:avLst/>
          </a:prstGeom>
          <a:noFill/>
          <a:ln>
            <a:noFill/>
          </a:ln>
        </p:spPr>
        <p:txBody>
          <a:bodyPr anchorCtr="0" anchor="t" bIns="34275" lIns="68575" spcFirstLastPara="1" rIns="68575" wrap="square" tIns="274325">
            <a:noAutofit/>
          </a:bodyPr>
          <a:lstStyle>
            <a:lvl1pPr indent="-228600" lvl="0" marL="457200" algn="l">
              <a:lnSpc>
                <a:spcPct val="90000"/>
              </a:lnSpc>
              <a:spcBef>
                <a:spcPts val="800"/>
              </a:spcBef>
              <a:spcAft>
                <a:spcPts val="0"/>
              </a:spcAft>
              <a:buClr>
                <a:schemeClr val="lt1"/>
              </a:buClr>
              <a:buSzPts val="2100"/>
              <a:buNone/>
              <a:defRPr sz="2100">
                <a:solidFill>
                  <a:schemeClr val="lt1"/>
                </a:solidFill>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8" name="Google Shape;388;p44"/>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ft chart right text">
  <p:cSld name="1_left chart right text">
    <p:spTree>
      <p:nvGrpSpPr>
        <p:cNvPr id="389" name="Shape 389"/>
        <p:cNvGrpSpPr/>
        <p:nvPr/>
      </p:nvGrpSpPr>
      <p:grpSpPr>
        <a:xfrm>
          <a:off x="0" y="0"/>
          <a:ext cx="0" cy="0"/>
          <a:chOff x="0" y="0"/>
          <a:chExt cx="0" cy="0"/>
        </a:xfrm>
      </p:grpSpPr>
      <p:sp>
        <p:nvSpPr>
          <p:cNvPr id="390" name="Google Shape;390;p45"/>
          <p:cNvSpPr/>
          <p:nvPr/>
        </p:nvSpPr>
        <p:spPr>
          <a:xfrm>
            <a:off x="5481318" y="0"/>
            <a:ext cx="36627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391" name="Google Shape;391;p45"/>
          <p:cNvSpPr txBox="1"/>
          <p:nvPr>
            <p:ph type="title"/>
          </p:nvPr>
        </p:nvSpPr>
        <p:spPr>
          <a:xfrm>
            <a:off x="685800" y="0"/>
            <a:ext cx="47955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2" name="Google Shape;392;p45"/>
          <p:cNvSpPr txBox="1"/>
          <p:nvPr>
            <p:ph idx="1" type="body"/>
          </p:nvPr>
        </p:nvSpPr>
        <p:spPr>
          <a:xfrm>
            <a:off x="5993892" y="1831086"/>
            <a:ext cx="2521500" cy="2801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accent2"/>
              </a:buClr>
              <a:buSzPts val="1500"/>
              <a:buChar char="+"/>
              <a:defRPr sz="1500">
                <a:solidFill>
                  <a:schemeClr val="lt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lt1"/>
              </a:buClr>
              <a:buSzPts val="1400"/>
              <a:buChar char="+"/>
              <a:defRPr sz="1400">
                <a:solidFill>
                  <a:schemeClr val="lt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lt1"/>
              </a:buClr>
              <a:buSzPts val="1200"/>
              <a:buChar char="+"/>
              <a:defRPr sz="1200">
                <a:solidFill>
                  <a:schemeClr val="lt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3" name="Google Shape;393;p45"/>
          <p:cNvSpPr/>
          <p:nvPr>
            <p:ph idx="2" type="chart"/>
          </p:nvPr>
        </p:nvSpPr>
        <p:spPr>
          <a:xfrm>
            <a:off x="771525" y="1097280"/>
            <a:ext cx="4311300" cy="35040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2"/>
              </a:buClr>
              <a:buSzPts val="1500"/>
              <a:buFont typeface="IBM Plex Sans"/>
              <a:buChar char="+"/>
              <a:defRPr b="0" i="0" sz="1500" u="none" cap="none" strike="noStrike">
                <a:solidFill>
                  <a:schemeClr val="dk2"/>
                </a:solidFill>
                <a:latin typeface="IBM Plex Sans"/>
                <a:ea typeface="IBM Plex Sans"/>
                <a:cs typeface="IBM Plex Sans"/>
                <a:sym typeface="IBM Plex Sans"/>
              </a:defRPr>
            </a:lvl1pPr>
            <a:lvl2pPr lvl="1" marR="0" rtl="0" algn="l">
              <a:lnSpc>
                <a:spcPct val="90000"/>
              </a:lnSpc>
              <a:spcBef>
                <a:spcPts val="400"/>
              </a:spcBef>
              <a:spcAft>
                <a:spcPts val="0"/>
              </a:spcAft>
              <a:buClr>
                <a:schemeClr val="dk2"/>
              </a:buClr>
              <a:buSzPts val="1400"/>
              <a:buFont typeface="IBM Plex Sans"/>
              <a:buChar char="+"/>
              <a:defRPr b="0" i="0" sz="1400" u="none" cap="none" strike="noStrike">
                <a:solidFill>
                  <a:schemeClr val="dk2"/>
                </a:solidFill>
                <a:latin typeface="IBM Plex Sans"/>
                <a:ea typeface="IBM Plex Sans"/>
                <a:cs typeface="IBM Plex Sans"/>
                <a:sym typeface="IBM Plex Sans"/>
              </a:defRPr>
            </a:lvl2pPr>
            <a:lvl3pPr lvl="2" marR="0" rtl="0" algn="l">
              <a:lnSpc>
                <a:spcPct val="90000"/>
              </a:lnSpc>
              <a:spcBef>
                <a:spcPts val="400"/>
              </a:spcBef>
              <a:spcAft>
                <a:spcPts val="0"/>
              </a:spcAft>
              <a:buClr>
                <a:schemeClr val="dk2"/>
              </a:buClr>
              <a:buSzPts val="1200"/>
              <a:buFont typeface="IBM Plex Sans"/>
              <a:buChar char="+"/>
              <a:defRPr b="0" i="0" sz="1200" u="none" cap="none" strike="noStrike">
                <a:solidFill>
                  <a:schemeClr val="dk2"/>
                </a:solidFill>
                <a:latin typeface="IBM Plex Sans"/>
                <a:ea typeface="IBM Plex Sans"/>
                <a:cs typeface="IBM Plex Sans"/>
                <a:sym typeface="IBM Plex Sans"/>
              </a:defRPr>
            </a:lvl3pPr>
            <a:lvl4pPr lvl="3"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4pPr>
            <a:lvl5pPr lvl="4"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9pPr>
          </a:lstStyle>
          <a:p/>
        </p:txBody>
      </p:sp>
      <p:sp>
        <p:nvSpPr>
          <p:cNvPr id="394" name="Google Shape;394;p45"/>
          <p:cNvSpPr txBox="1"/>
          <p:nvPr>
            <p:ph idx="3" type="body"/>
          </p:nvPr>
        </p:nvSpPr>
        <p:spPr>
          <a:xfrm>
            <a:off x="5993892" y="1529333"/>
            <a:ext cx="2631000" cy="685800"/>
          </a:xfrm>
          <a:prstGeom prst="rect">
            <a:avLst/>
          </a:prstGeom>
          <a:noFill/>
          <a:ln>
            <a:noFill/>
          </a:ln>
        </p:spPr>
        <p:txBody>
          <a:bodyPr anchorCtr="0" anchor="t" bIns="34275" lIns="260600"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a:solidFill>
                  <a:schemeClr val="accen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5" name="Google Shape;395;p45"/>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396" name="Google Shape;396;p45"/>
          <p:cNvGrpSpPr/>
          <p:nvPr/>
        </p:nvGrpSpPr>
        <p:grpSpPr>
          <a:xfrm>
            <a:off x="8712720" y="4727428"/>
            <a:ext cx="260015" cy="327279"/>
            <a:chOff x="4581525" y="1524000"/>
            <a:chExt cx="3026949" cy="3809999"/>
          </a:xfrm>
        </p:grpSpPr>
        <p:sp>
          <p:nvSpPr>
            <p:cNvPr id="397" name="Google Shape;397;p45"/>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398" name="Google Shape;398;p45"/>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399" name="Google Shape;399;p45"/>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394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00" name="Shape 400"/>
        <p:cNvGrpSpPr/>
        <p:nvPr/>
      </p:nvGrpSpPr>
      <p:grpSpPr>
        <a:xfrm>
          <a:off x="0" y="0"/>
          <a:ext cx="0" cy="0"/>
          <a:chOff x="0" y="0"/>
          <a:chExt cx="0" cy="0"/>
        </a:xfrm>
      </p:grpSpPr>
      <p:sp>
        <p:nvSpPr>
          <p:cNvPr id="401" name="Google Shape;401;p46"/>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2" name="Google Shape;402;p46"/>
          <p:cNvSpPr txBox="1"/>
          <p:nvPr>
            <p:ph idx="1" type="body"/>
          </p:nvPr>
        </p:nvSpPr>
        <p:spPr>
          <a:xfrm>
            <a:off x="1440180" y="1369219"/>
            <a:ext cx="67650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110000"/>
              </a:lnSpc>
              <a:spcBef>
                <a:spcPts val="900"/>
              </a:spcBef>
              <a:spcAft>
                <a:spcPts val="0"/>
              </a:spcAft>
              <a:buClr>
                <a:schemeClr val="dk2"/>
              </a:buClr>
              <a:buSzPts val="1400"/>
              <a:buFont typeface="IBM Plex Sans Medium"/>
              <a:buChar char="+"/>
              <a:defRPr sz="1400"/>
            </a:lvl1pPr>
            <a:lvl2pPr indent="-304800" lvl="1" marL="914400" algn="l">
              <a:lnSpc>
                <a:spcPct val="110000"/>
              </a:lnSpc>
              <a:spcBef>
                <a:spcPts val="600"/>
              </a:spcBef>
              <a:spcAft>
                <a:spcPts val="0"/>
              </a:spcAft>
              <a:buClr>
                <a:schemeClr val="dk2"/>
              </a:buClr>
              <a:buSzPts val="1200"/>
              <a:buFont typeface="Arial"/>
              <a:buChar char="•"/>
              <a:defRPr sz="1200"/>
            </a:lvl2pPr>
            <a:lvl3pPr indent="-298450" lvl="2" marL="1371600" algn="l">
              <a:lnSpc>
                <a:spcPct val="110000"/>
              </a:lnSpc>
              <a:spcBef>
                <a:spcPts val="500"/>
              </a:spcBef>
              <a:spcAft>
                <a:spcPts val="0"/>
              </a:spcAft>
              <a:buClr>
                <a:schemeClr val="dk2"/>
              </a:buClr>
              <a:buSzPts val="1100"/>
              <a:buFont typeface="Century Gothic"/>
              <a:buChar char="−"/>
              <a:defRPr sz="1100"/>
            </a:lvl3pPr>
            <a:lvl4pPr indent="-285750" lvl="3" marL="1828800" algn="l">
              <a:lnSpc>
                <a:spcPct val="110000"/>
              </a:lnSpc>
              <a:spcBef>
                <a:spcPts val="200"/>
              </a:spcBef>
              <a:spcAft>
                <a:spcPts val="0"/>
              </a:spcAft>
              <a:buClr>
                <a:schemeClr val="dk2"/>
              </a:buClr>
              <a:buSzPts val="900"/>
              <a:buChar char="+"/>
              <a:defRPr sz="900"/>
            </a:lvl4pPr>
            <a:lvl5pPr indent="-285750" lvl="4" marL="2286000" algn="l">
              <a:lnSpc>
                <a:spcPct val="110000"/>
              </a:lnSpc>
              <a:spcBef>
                <a:spcPts val="200"/>
              </a:spcBef>
              <a:spcAft>
                <a:spcPts val="0"/>
              </a:spcAft>
              <a:buClr>
                <a:schemeClr val="dk2"/>
              </a:buClr>
              <a:buSzPts val="900"/>
              <a:buChar char="+"/>
              <a:defRPr sz="9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3" name="Google Shape;403;p46"/>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sp>
        <p:nvSpPr>
          <p:cNvPr id="404" name="Google Shape;404;p46"/>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05" name="Google Shape;405;p46"/>
          <p:cNvSpPr txBox="1"/>
          <p:nvPr>
            <p:ph idx="2" type="body"/>
          </p:nvPr>
        </p:nvSpPr>
        <p:spPr>
          <a:xfrm>
            <a:off x="342899" y="685800"/>
            <a:ext cx="78624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sz="1400">
                <a:solidFill>
                  <a:schemeClr val="dk2"/>
                </a:solidFill>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sz="1400">
                <a:solidFill>
                  <a:schemeClr val="dk2"/>
                </a:solidFill>
                <a:latin typeface="IBM Plex Sans"/>
                <a:ea typeface="IBM Plex Sans"/>
                <a:cs typeface="IBM Plex Sans"/>
                <a:sym typeface="IBM Plex Sans"/>
              </a:defRPr>
            </a:lvl3pPr>
            <a:lvl4pPr indent="-317500" lvl="3" marL="1828800" algn="l">
              <a:lnSpc>
                <a:spcPct val="90000"/>
              </a:lnSpc>
              <a:spcBef>
                <a:spcPts val="400"/>
              </a:spcBef>
              <a:spcAft>
                <a:spcPts val="0"/>
              </a:spcAft>
              <a:buClr>
                <a:schemeClr val="dk2"/>
              </a:buClr>
              <a:buSzPts val="1400"/>
              <a:buChar char="+"/>
              <a:defRPr sz="1400">
                <a:solidFill>
                  <a:schemeClr val="dk2"/>
                </a:solidFill>
                <a:latin typeface="IBM Plex Sans"/>
                <a:ea typeface="IBM Plex Sans"/>
                <a:cs typeface="IBM Plex Sans"/>
                <a:sym typeface="IBM Plex Sans"/>
              </a:defRPr>
            </a:lvl4pPr>
            <a:lvl5pPr indent="-317500" lvl="4" marL="2286000" algn="l">
              <a:lnSpc>
                <a:spcPct val="90000"/>
              </a:lnSpc>
              <a:spcBef>
                <a:spcPts val="400"/>
              </a:spcBef>
              <a:spcAft>
                <a:spcPts val="0"/>
              </a:spcAft>
              <a:buClr>
                <a:schemeClr val="dk2"/>
              </a:buClr>
              <a:buSzPts val="1400"/>
              <a:buChar char="+"/>
              <a:defRPr sz="1400">
                <a:solidFill>
                  <a:schemeClr val="dk2"/>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990">
          <p15:clr>
            <a:srgbClr val="FBAE40"/>
          </p15:clr>
        </p15:guide>
        <p15:guide id="2" pos="127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ient Logo Title Slide" showMasterSp="0">
  <p:cSld name="Client Logo Title Slide">
    <p:bg>
      <p:bgPr>
        <a:solidFill>
          <a:schemeClr val="dk2"/>
        </a:solidFill>
      </p:bgPr>
    </p:bg>
    <p:spTree>
      <p:nvGrpSpPr>
        <p:cNvPr id="406" name="Shape 406"/>
        <p:cNvGrpSpPr/>
        <p:nvPr/>
      </p:nvGrpSpPr>
      <p:grpSpPr>
        <a:xfrm>
          <a:off x="0" y="0"/>
          <a:ext cx="0" cy="0"/>
          <a:chOff x="0" y="0"/>
          <a:chExt cx="0" cy="0"/>
        </a:xfrm>
      </p:grpSpPr>
      <p:pic>
        <p:nvPicPr>
          <p:cNvPr id="407" name="Google Shape;407;p47"/>
          <p:cNvPicPr preferRelativeResize="0"/>
          <p:nvPr/>
        </p:nvPicPr>
        <p:blipFill rotWithShape="1">
          <a:blip r:embed="rId2">
            <a:alphaModFix/>
          </a:blip>
          <a:srcRect b="12475" l="0" r="0" t="12475"/>
          <a:stretch/>
        </p:blipFill>
        <p:spPr>
          <a:xfrm flipH="1">
            <a:off x="0" y="0"/>
            <a:ext cx="9144000" cy="5143501"/>
          </a:xfrm>
          <a:prstGeom prst="rect">
            <a:avLst/>
          </a:prstGeom>
          <a:noFill/>
          <a:ln>
            <a:noFill/>
          </a:ln>
        </p:spPr>
      </p:pic>
      <p:sp>
        <p:nvSpPr>
          <p:cNvPr id="408" name="Google Shape;408;p47"/>
          <p:cNvSpPr/>
          <p:nvPr>
            <p:ph idx="2" type="pic"/>
          </p:nvPr>
        </p:nvSpPr>
        <p:spPr>
          <a:xfrm>
            <a:off x="0" y="0"/>
            <a:ext cx="9144000" cy="5143500"/>
          </a:xfrm>
          <a:prstGeom prst="rect">
            <a:avLst/>
          </a:prstGeom>
          <a:noFill/>
          <a:ln>
            <a:noFill/>
          </a:ln>
        </p:spPr>
      </p:sp>
      <p:sp>
        <p:nvSpPr>
          <p:cNvPr id="409" name="Google Shape;409;p47"/>
          <p:cNvSpPr/>
          <p:nvPr/>
        </p:nvSpPr>
        <p:spPr>
          <a:xfrm>
            <a:off x="0" y="0"/>
            <a:ext cx="9144000" cy="5143500"/>
          </a:xfrm>
          <a:prstGeom prst="rect">
            <a:avLst/>
          </a:prstGeom>
          <a:solidFill>
            <a:schemeClr val="dk2">
              <a:alpha val="87058"/>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410" name="Google Shape;410;p47"/>
          <p:cNvSpPr txBox="1"/>
          <p:nvPr>
            <p:ph idx="1" type="subTitle"/>
          </p:nvPr>
        </p:nvSpPr>
        <p:spPr>
          <a:xfrm>
            <a:off x="1143000" y="3489173"/>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11" name="Google Shape;411;p47"/>
          <p:cNvSpPr txBox="1"/>
          <p:nvPr>
            <p:ph type="ctrTitle"/>
          </p:nvPr>
        </p:nvSpPr>
        <p:spPr>
          <a:xfrm>
            <a:off x="1143000" y="1629416"/>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2" name="Google Shape;412;p47"/>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logo title" showMasterSp="0">
  <p:cSld name="2_2 logo title">
    <p:bg>
      <p:bgPr>
        <a:solidFill>
          <a:schemeClr val="dk2"/>
        </a:solidFill>
      </p:bgPr>
    </p:bg>
    <p:spTree>
      <p:nvGrpSpPr>
        <p:cNvPr id="413" name="Shape 413"/>
        <p:cNvGrpSpPr/>
        <p:nvPr/>
      </p:nvGrpSpPr>
      <p:grpSpPr>
        <a:xfrm>
          <a:off x="0" y="0"/>
          <a:ext cx="0" cy="0"/>
          <a:chOff x="0" y="0"/>
          <a:chExt cx="0" cy="0"/>
        </a:xfrm>
      </p:grpSpPr>
      <p:sp>
        <p:nvSpPr>
          <p:cNvPr id="414" name="Google Shape;414;p48"/>
          <p:cNvSpPr/>
          <p:nvPr>
            <p:ph idx="2" type="pic"/>
          </p:nvPr>
        </p:nvSpPr>
        <p:spPr>
          <a:xfrm>
            <a:off x="0" y="0"/>
            <a:ext cx="9144000" cy="5143500"/>
          </a:xfrm>
          <a:prstGeom prst="rect">
            <a:avLst/>
          </a:prstGeom>
          <a:noFill/>
          <a:ln>
            <a:noFill/>
          </a:ln>
        </p:spPr>
      </p:sp>
      <p:sp>
        <p:nvSpPr>
          <p:cNvPr id="415" name="Google Shape;415;p48"/>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16" name="Google Shape;416;p48"/>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7" name="Google Shape;417;p4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8" name="Google Shape;418;p48"/>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_" showMasterSp="0">
  <p:cSld name="1_Agenda_">
    <p:bg>
      <p:bgPr>
        <a:solidFill>
          <a:schemeClr val="dk2"/>
        </a:solidFill>
      </p:bgPr>
    </p:bg>
    <p:spTree>
      <p:nvGrpSpPr>
        <p:cNvPr id="419" name="Shape 419"/>
        <p:cNvGrpSpPr/>
        <p:nvPr/>
      </p:nvGrpSpPr>
      <p:grpSpPr>
        <a:xfrm>
          <a:off x="0" y="0"/>
          <a:ext cx="0" cy="0"/>
          <a:chOff x="0" y="0"/>
          <a:chExt cx="0" cy="0"/>
        </a:xfrm>
      </p:grpSpPr>
      <p:pic>
        <p:nvPicPr>
          <p:cNvPr id="420" name="Google Shape;420;p49"/>
          <p:cNvPicPr preferRelativeResize="0"/>
          <p:nvPr/>
        </p:nvPicPr>
        <p:blipFill rotWithShape="1">
          <a:blip r:embed="rId2">
            <a:alphaModFix/>
          </a:blip>
          <a:srcRect b="25939" l="0" r="0" t="0"/>
          <a:stretch/>
        </p:blipFill>
        <p:spPr>
          <a:xfrm>
            <a:off x="1143" y="0"/>
            <a:ext cx="9141713" cy="5074443"/>
          </a:xfrm>
          <a:prstGeom prst="rect">
            <a:avLst/>
          </a:prstGeom>
          <a:noFill/>
          <a:ln>
            <a:noFill/>
          </a:ln>
        </p:spPr>
      </p:pic>
      <p:sp>
        <p:nvSpPr>
          <p:cNvPr id="421" name="Google Shape;421;p49"/>
          <p:cNvSpPr/>
          <p:nvPr/>
        </p:nvSpPr>
        <p:spPr>
          <a:xfrm>
            <a:off x="0" y="0"/>
            <a:ext cx="9144000" cy="5143500"/>
          </a:xfrm>
          <a:prstGeom prst="rect">
            <a:avLst/>
          </a:prstGeom>
          <a:solidFill>
            <a:schemeClr val="dk2">
              <a:alpha val="87058"/>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422" name="Google Shape;422;p49"/>
          <p:cNvSpPr/>
          <p:nvPr>
            <p:ph idx="2" type="pic"/>
          </p:nvPr>
        </p:nvSpPr>
        <p:spPr>
          <a:xfrm>
            <a:off x="0" y="0"/>
            <a:ext cx="9144000" cy="5143500"/>
          </a:xfrm>
          <a:prstGeom prst="rect">
            <a:avLst/>
          </a:prstGeom>
          <a:noFill/>
          <a:ln>
            <a:noFill/>
          </a:ln>
        </p:spPr>
      </p:sp>
      <p:sp>
        <p:nvSpPr>
          <p:cNvPr id="423" name="Google Shape;423;p49"/>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4" name="Google Shape;424;p49"/>
          <p:cNvSpPr txBox="1"/>
          <p:nvPr>
            <p:ph type="ctrTitle"/>
          </p:nvPr>
        </p:nvSpPr>
        <p:spPr>
          <a:xfrm>
            <a:off x="685800" y="1676400"/>
            <a:ext cx="2273100" cy="1790700"/>
          </a:xfrm>
          <a:prstGeom prst="rect">
            <a:avLst/>
          </a:prstGeom>
          <a:noFill/>
          <a:ln>
            <a:noFill/>
          </a:ln>
        </p:spPr>
        <p:txBody>
          <a:bodyPr anchorCtr="0" anchor="ctr"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5" name="Google Shape;425;p49"/>
          <p:cNvSpPr txBox="1"/>
          <p:nvPr>
            <p:ph idx="1" type="body"/>
          </p:nvPr>
        </p:nvSpPr>
        <p:spPr>
          <a:xfrm>
            <a:off x="3429000" y="1094185"/>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100000"/>
              </a:lnSpc>
              <a:spcBef>
                <a:spcPts val="5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6" name="Google Shape;426;p49"/>
          <p:cNvSpPr txBox="1"/>
          <p:nvPr>
            <p:ph idx="3" type="body"/>
          </p:nvPr>
        </p:nvSpPr>
        <p:spPr>
          <a:xfrm>
            <a:off x="4262678" y="1086466"/>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Font typeface="IBM Plex Sans"/>
              <a:buNone/>
              <a:defRPr sz="1200">
                <a:solidFill>
                  <a:schemeClr val="lt1"/>
                </a:solidFill>
              </a:defRPr>
            </a:lvl1pPr>
            <a:lvl2pPr indent="-228600" lvl="1" marL="914400" algn="l">
              <a:lnSpc>
                <a:spcPct val="90000"/>
              </a:lnSpc>
              <a:spcBef>
                <a:spcPts val="400"/>
              </a:spcBef>
              <a:spcAft>
                <a:spcPts val="0"/>
              </a:spcAft>
              <a:buClr>
                <a:schemeClr val="lt1"/>
              </a:buClr>
              <a:buSzPts val="1400"/>
              <a:buFont typeface="IBM Plex Sans"/>
              <a:buNone/>
              <a:defRPr>
                <a:solidFill>
                  <a:schemeClr val="lt1"/>
                </a:solidFill>
              </a:defRPr>
            </a:lvl2pPr>
            <a:lvl3pPr indent="-228600" lvl="2" marL="1371600" algn="l">
              <a:lnSpc>
                <a:spcPct val="90000"/>
              </a:lnSpc>
              <a:spcBef>
                <a:spcPts val="400"/>
              </a:spcBef>
              <a:spcAft>
                <a:spcPts val="0"/>
              </a:spcAft>
              <a:buClr>
                <a:schemeClr val="lt1"/>
              </a:buClr>
              <a:buSzPts val="1200"/>
              <a:buFont typeface="IBM Plex Sans"/>
              <a:buNone/>
              <a:defRPr>
                <a:solidFill>
                  <a:schemeClr val="lt1"/>
                </a:solidFill>
              </a:defRPr>
            </a:lvl3pPr>
            <a:lvl4pPr indent="-228600" lvl="3" marL="1828800" algn="l">
              <a:lnSpc>
                <a:spcPct val="90000"/>
              </a:lnSpc>
              <a:spcBef>
                <a:spcPts val="400"/>
              </a:spcBef>
              <a:spcAft>
                <a:spcPts val="0"/>
              </a:spcAft>
              <a:buClr>
                <a:schemeClr val="lt1"/>
              </a:buClr>
              <a:buSzPts val="1100"/>
              <a:buFont typeface="IBM Plex Sans"/>
              <a:buNone/>
              <a:defRPr>
                <a:solidFill>
                  <a:schemeClr val="lt1"/>
                </a:solidFill>
              </a:defRPr>
            </a:lvl4pPr>
            <a:lvl5pPr indent="-228600" lvl="4" marL="2286000" algn="l">
              <a:lnSpc>
                <a:spcPct val="90000"/>
              </a:lnSpc>
              <a:spcBef>
                <a:spcPts val="400"/>
              </a:spcBef>
              <a:spcAft>
                <a:spcPts val="0"/>
              </a:spcAft>
              <a:buClr>
                <a:schemeClr val="lt1"/>
              </a:buClr>
              <a:buSzPts val="1100"/>
              <a:buFont typeface="IBM Plex Sans"/>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7" name="Google Shape;427;p49"/>
          <p:cNvSpPr txBox="1"/>
          <p:nvPr>
            <p:ph idx="4" type="body"/>
          </p:nvPr>
        </p:nvSpPr>
        <p:spPr>
          <a:xfrm>
            <a:off x="4262678" y="1616099"/>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8" name="Google Shape;428;p49"/>
          <p:cNvSpPr txBox="1"/>
          <p:nvPr>
            <p:ph idx="5" type="body"/>
          </p:nvPr>
        </p:nvSpPr>
        <p:spPr>
          <a:xfrm>
            <a:off x="4262678" y="2145731"/>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9" name="Google Shape;429;p49"/>
          <p:cNvSpPr txBox="1"/>
          <p:nvPr>
            <p:ph idx="6" type="body"/>
          </p:nvPr>
        </p:nvSpPr>
        <p:spPr>
          <a:xfrm>
            <a:off x="4262678" y="2675364"/>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0" name="Google Shape;430;p49"/>
          <p:cNvSpPr txBox="1"/>
          <p:nvPr>
            <p:ph idx="7" type="body"/>
          </p:nvPr>
        </p:nvSpPr>
        <p:spPr>
          <a:xfrm>
            <a:off x="4262678" y="3204997"/>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1" name="Google Shape;431;p49"/>
          <p:cNvSpPr txBox="1"/>
          <p:nvPr>
            <p:ph idx="8" type="body"/>
          </p:nvPr>
        </p:nvSpPr>
        <p:spPr>
          <a:xfrm>
            <a:off x="4262678" y="3734628"/>
            <a:ext cx="3703200" cy="48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lt1"/>
              </a:buClr>
              <a:buSzPts val="1200"/>
              <a:buNone/>
              <a:defRPr sz="1200">
                <a:solidFill>
                  <a:schemeClr val="lt1"/>
                </a:solidFill>
              </a:defRPr>
            </a:lvl1pPr>
            <a:lvl2pPr indent="-228600" lvl="1" marL="914400" algn="l">
              <a:lnSpc>
                <a:spcPct val="90000"/>
              </a:lnSpc>
              <a:spcBef>
                <a:spcPts val="400"/>
              </a:spcBef>
              <a:spcAft>
                <a:spcPts val="0"/>
              </a:spcAft>
              <a:buClr>
                <a:schemeClr val="lt1"/>
              </a:buClr>
              <a:buSzPts val="1200"/>
              <a:buNone/>
              <a:defRPr sz="1200">
                <a:solidFill>
                  <a:schemeClr val="lt1"/>
                </a:solidFill>
              </a:defRPr>
            </a:lvl2pPr>
            <a:lvl3pPr indent="-228600" lvl="2" marL="1371600" algn="l">
              <a:lnSpc>
                <a:spcPct val="90000"/>
              </a:lnSpc>
              <a:spcBef>
                <a:spcPts val="400"/>
              </a:spcBef>
              <a:spcAft>
                <a:spcPts val="0"/>
              </a:spcAft>
              <a:buClr>
                <a:schemeClr val="lt1"/>
              </a:buClr>
              <a:buSzPts val="1200"/>
              <a:buNone/>
              <a:defRPr sz="1200">
                <a:solidFill>
                  <a:schemeClr val="lt1"/>
                </a:solidFill>
              </a:defRPr>
            </a:lvl3pPr>
            <a:lvl4pPr indent="-228600" lvl="3" marL="1828800" algn="l">
              <a:lnSpc>
                <a:spcPct val="90000"/>
              </a:lnSpc>
              <a:spcBef>
                <a:spcPts val="400"/>
              </a:spcBef>
              <a:spcAft>
                <a:spcPts val="0"/>
              </a:spcAft>
              <a:buClr>
                <a:schemeClr val="lt1"/>
              </a:buClr>
              <a:buSzPts val="1200"/>
              <a:buNone/>
              <a:defRPr sz="1200">
                <a:solidFill>
                  <a:schemeClr val="lt1"/>
                </a:solidFill>
              </a:defRPr>
            </a:lvl4pPr>
            <a:lvl5pPr indent="-228600" lvl="4" marL="2286000" algn="l">
              <a:lnSpc>
                <a:spcPct val="90000"/>
              </a:lnSpc>
              <a:spcBef>
                <a:spcPts val="400"/>
              </a:spcBef>
              <a:spcAft>
                <a:spcPts val="0"/>
              </a:spcAft>
              <a:buClr>
                <a:schemeClr val="lt1"/>
              </a:buClr>
              <a:buSzPts val="1200"/>
              <a:buNone/>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2" name="Google Shape;432;p49"/>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grpSp>
        <p:nvGrpSpPr>
          <p:cNvPr id="433" name="Google Shape;433;p49"/>
          <p:cNvGrpSpPr/>
          <p:nvPr/>
        </p:nvGrpSpPr>
        <p:grpSpPr>
          <a:xfrm>
            <a:off x="8712720" y="4727428"/>
            <a:ext cx="260015" cy="327279"/>
            <a:chOff x="4581525" y="1524000"/>
            <a:chExt cx="3026949" cy="3809999"/>
          </a:xfrm>
        </p:grpSpPr>
        <p:sp>
          <p:nvSpPr>
            <p:cNvPr id="434" name="Google Shape;434;p49"/>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435" name="Google Shape;435;p49"/>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436" name="Google Shape;436;p49"/>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
        <p:nvSpPr>
          <p:cNvPr id="437" name="Google Shape;437;p49"/>
          <p:cNvSpPr txBox="1"/>
          <p:nvPr>
            <p:ph idx="9" type="body"/>
          </p:nvPr>
        </p:nvSpPr>
        <p:spPr>
          <a:xfrm>
            <a:off x="3429000" y="1616099"/>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accent1"/>
              </a:buClr>
              <a:buSzPts val="1400"/>
              <a:buChar char="+"/>
              <a:defRPr>
                <a:solidFill>
                  <a:schemeClr val="accent1"/>
                </a:solidFill>
              </a:defRPr>
            </a:lvl2pPr>
            <a:lvl3pPr indent="-304800" lvl="2" marL="1371600" algn="l">
              <a:lnSpc>
                <a:spcPct val="90000"/>
              </a:lnSpc>
              <a:spcBef>
                <a:spcPts val="400"/>
              </a:spcBef>
              <a:spcAft>
                <a:spcPts val="0"/>
              </a:spcAft>
              <a:buClr>
                <a:schemeClr val="accent1"/>
              </a:buClr>
              <a:buSzPts val="1200"/>
              <a:buChar char="+"/>
              <a:defRPr>
                <a:solidFill>
                  <a:schemeClr val="accent1"/>
                </a:solidFill>
              </a:defRPr>
            </a:lvl3pPr>
            <a:lvl4pPr indent="-298450" lvl="3" marL="1828800" algn="l">
              <a:lnSpc>
                <a:spcPct val="90000"/>
              </a:lnSpc>
              <a:spcBef>
                <a:spcPts val="400"/>
              </a:spcBef>
              <a:spcAft>
                <a:spcPts val="0"/>
              </a:spcAft>
              <a:buClr>
                <a:schemeClr val="accent1"/>
              </a:buClr>
              <a:buSzPts val="1100"/>
              <a:buChar char="+"/>
              <a:defRPr>
                <a:solidFill>
                  <a:schemeClr val="accent1"/>
                </a:solidFill>
              </a:defRPr>
            </a:lvl4pPr>
            <a:lvl5pPr indent="-298450" lvl="4" marL="2286000" algn="l">
              <a:lnSpc>
                <a:spcPct val="90000"/>
              </a:lnSpc>
              <a:spcBef>
                <a:spcPts val="400"/>
              </a:spcBef>
              <a:spcAft>
                <a:spcPts val="0"/>
              </a:spcAft>
              <a:buClr>
                <a:schemeClr val="accent1"/>
              </a:buClr>
              <a:buSzPts val="1100"/>
              <a:buChar char="+"/>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8" name="Google Shape;438;p49"/>
          <p:cNvSpPr txBox="1"/>
          <p:nvPr>
            <p:ph idx="13" type="body"/>
          </p:nvPr>
        </p:nvSpPr>
        <p:spPr>
          <a:xfrm>
            <a:off x="3429000" y="2145731"/>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accent1"/>
              </a:buClr>
              <a:buSzPts val="1400"/>
              <a:buChar char="+"/>
              <a:defRPr>
                <a:solidFill>
                  <a:schemeClr val="accent1"/>
                </a:solidFill>
              </a:defRPr>
            </a:lvl2pPr>
            <a:lvl3pPr indent="-304800" lvl="2" marL="1371600" algn="l">
              <a:lnSpc>
                <a:spcPct val="90000"/>
              </a:lnSpc>
              <a:spcBef>
                <a:spcPts val="400"/>
              </a:spcBef>
              <a:spcAft>
                <a:spcPts val="0"/>
              </a:spcAft>
              <a:buClr>
                <a:schemeClr val="accent1"/>
              </a:buClr>
              <a:buSzPts val="1200"/>
              <a:buChar char="+"/>
              <a:defRPr>
                <a:solidFill>
                  <a:schemeClr val="accent1"/>
                </a:solidFill>
              </a:defRPr>
            </a:lvl3pPr>
            <a:lvl4pPr indent="-298450" lvl="3" marL="1828800" algn="l">
              <a:lnSpc>
                <a:spcPct val="90000"/>
              </a:lnSpc>
              <a:spcBef>
                <a:spcPts val="400"/>
              </a:spcBef>
              <a:spcAft>
                <a:spcPts val="0"/>
              </a:spcAft>
              <a:buClr>
                <a:schemeClr val="accent1"/>
              </a:buClr>
              <a:buSzPts val="1100"/>
              <a:buChar char="+"/>
              <a:defRPr>
                <a:solidFill>
                  <a:schemeClr val="accent1"/>
                </a:solidFill>
              </a:defRPr>
            </a:lvl4pPr>
            <a:lvl5pPr indent="-298450" lvl="4" marL="2286000" algn="l">
              <a:lnSpc>
                <a:spcPct val="90000"/>
              </a:lnSpc>
              <a:spcBef>
                <a:spcPts val="400"/>
              </a:spcBef>
              <a:spcAft>
                <a:spcPts val="0"/>
              </a:spcAft>
              <a:buClr>
                <a:schemeClr val="accent1"/>
              </a:buClr>
              <a:buSzPts val="1100"/>
              <a:buChar char="+"/>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9" name="Google Shape;439;p49"/>
          <p:cNvSpPr txBox="1"/>
          <p:nvPr>
            <p:ph idx="14" type="body"/>
          </p:nvPr>
        </p:nvSpPr>
        <p:spPr>
          <a:xfrm>
            <a:off x="3429000" y="2675364"/>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accent1"/>
              </a:buClr>
              <a:buSzPts val="1400"/>
              <a:buChar char="+"/>
              <a:defRPr>
                <a:solidFill>
                  <a:schemeClr val="accent1"/>
                </a:solidFill>
              </a:defRPr>
            </a:lvl2pPr>
            <a:lvl3pPr indent="-304800" lvl="2" marL="1371600" algn="l">
              <a:lnSpc>
                <a:spcPct val="90000"/>
              </a:lnSpc>
              <a:spcBef>
                <a:spcPts val="400"/>
              </a:spcBef>
              <a:spcAft>
                <a:spcPts val="0"/>
              </a:spcAft>
              <a:buClr>
                <a:schemeClr val="accent1"/>
              </a:buClr>
              <a:buSzPts val="1200"/>
              <a:buChar char="+"/>
              <a:defRPr>
                <a:solidFill>
                  <a:schemeClr val="accent1"/>
                </a:solidFill>
              </a:defRPr>
            </a:lvl3pPr>
            <a:lvl4pPr indent="-298450" lvl="3" marL="1828800" algn="l">
              <a:lnSpc>
                <a:spcPct val="90000"/>
              </a:lnSpc>
              <a:spcBef>
                <a:spcPts val="400"/>
              </a:spcBef>
              <a:spcAft>
                <a:spcPts val="0"/>
              </a:spcAft>
              <a:buClr>
                <a:schemeClr val="accent1"/>
              </a:buClr>
              <a:buSzPts val="1100"/>
              <a:buChar char="+"/>
              <a:defRPr>
                <a:solidFill>
                  <a:schemeClr val="accent1"/>
                </a:solidFill>
              </a:defRPr>
            </a:lvl4pPr>
            <a:lvl5pPr indent="-298450" lvl="4" marL="2286000" algn="l">
              <a:lnSpc>
                <a:spcPct val="90000"/>
              </a:lnSpc>
              <a:spcBef>
                <a:spcPts val="400"/>
              </a:spcBef>
              <a:spcAft>
                <a:spcPts val="0"/>
              </a:spcAft>
              <a:buClr>
                <a:schemeClr val="accent1"/>
              </a:buClr>
              <a:buSzPts val="1100"/>
              <a:buChar char="+"/>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0" name="Google Shape;440;p49"/>
          <p:cNvSpPr txBox="1"/>
          <p:nvPr>
            <p:ph idx="15" type="body"/>
          </p:nvPr>
        </p:nvSpPr>
        <p:spPr>
          <a:xfrm>
            <a:off x="3429000" y="3204997"/>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228600" lvl="1" marL="914400" algn="l">
              <a:lnSpc>
                <a:spcPct val="90000"/>
              </a:lnSpc>
              <a:spcBef>
                <a:spcPts val="400"/>
              </a:spcBef>
              <a:spcAft>
                <a:spcPts val="0"/>
              </a:spcAft>
              <a:buClr>
                <a:schemeClr val="accent1"/>
              </a:buClr>
              <a:buSzPts val="1400"/>
              <a:buNone/>
              <a:defRPr>
                <a:solidFill>
                  <a:schemeClr val="accent1"/>
                </a:solidFill>
              </a:defRPr>
            </a:lvl2pPr>
            <a:lvl3pPr indent="-228600" lvl="2" marL="1371600" algn="l">
              <a:lnSpc>
                <a:spcPct val="90000"/>
              </a:lnSpc>
              <a:spcBef>
                <a:spcPts val="400"/>
              </a:spcBef>
              <a:spcAft>
                <a:spcPts val="0"/>
              </a:spcAft>
              <a:buClr>
                <a:schemeClr val="accent1"/>
              </a:buClr>
              <a:buSzPts val="1200"/>
              <a:buNone/>
              <a:defRPr>
                <a:solidFill>
                  <a:schemeClr val="accent1"/>
                </a:solidFill>
              </a:defRPr>
            </a:lvl3pPr>
            <a:lvl4pPr indent="-228600" lvl="3" marL="1828800" algn="l">
              <a:lnSpc>
                <a:spcPct val="90000"/>
              </a:lnSpc>
              <a:spcBef>
                <a:spcPts val="400"/>
              </a:spcBef>
              <a:spcAft>
                <a:spcPts val="0"/>
              </a:spcAft>
              <a:buClr>
                <a:schemeClr val="accent1"/>
              </a:buClr>
              <a:buSzPts val="1100"/>
              <a:buNone/>
              <a:defRPr>
                <a:solidFill>
                  <a:schemeClr val="accent1"/>
                </a:solidFill>
              </a:defRPr>
            </a:lvl4pPr>
            <a:lvl5pPr indent="-228600" lvl="4" marL="2286000" algn="l">
              <a:lnSpc>
                <a:spcPct val="90000"/>
              </a:lnSpc>
              <a:spcBef>
                <a:spcPts val="400"/>
              </a:spcBef>
              <a:spcAft>
                <a:spcPts val="0"/>
              </a:spcAft>
              <a:buClr>
                <a:schemeClr val="accent1"/>
              </a:buClr>
              <a:buSzPts val="1100"/>
              <a:buNone/>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1" name="Google Shape;441;p49"/>
          <p:cNvSpPr txBox="1"/>
          <p:nvPr>
            <p:ph idx="16" type="body"/>
          </p:nvPr>
        </p:nvSpPr>
        <p:spPr>
          <a:xfrm>
            <a:off x="3429000" y="3734628"/>
            <a:ext cx="754500" cy="685800"/>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accent1"/>
              </a:buClr>
              <a:buSzPts val="3000"/>
              <a:buNone/>
              <a:defRPr sz="3000">
                <a:solidFill>
                  <a:schemeClr val="accent1"/>
                </a:solidFill>
                <a:latin typeface="IBM Plex Mono SemiBold"/>
                <a:ea typeface="IBM Plex Mono SemiBold"/>
                <a:cs typeface="IBM Plex Mono SemiBold"/>
                <a:sym typeface="IBM Plex Mono SemiBold"/>
              </a:defRPr>
            </a:lvl1pPr>
            <a:lvl2pPr indent="-228600" lvl="1" marL="914400" algn="l">
              <a:lnSpc>
                <a:spcPct val="90000"/>
              </a:lnSpc>
              <a:spcBef>
                <a:spcPts val="400"/>
              </a:spcBef>
              <a:spcAft>
                <a:spcPts val="0"/>
              </a:spcAft>
              <a:buClr>
                <a:schemeClr val="accent1"/>
              </a:buClr>
              <a:buSzPts val="1400"/>
              <a:buNone/>
              <a:defRPr>
                <a:solidFill>
                  <a:schemeClr val="accent1"/>
                </a:solidFill>
              </a:defRPr>
            </a:lvl2pPr>
            <a:lvl3pPr indent="-228600" lvl="2" marL="1371600" algn="l">
              <a:lnSpc>
                <a:spcPct val="90000"/>
              </a:lnSpc>
              <a:spcBef>
                <a:spcPts val="400"/>
              </a:spcBef>
              <a:spcAft>
                <a:spcPts val="0"/>
              </a:spcAft>
              <a:buClr>
                <a:schemeClr val="accent1"/>
              </a:buClr>
              <a:buSzPts val="1200"/>
              <a:buNone/>
              <a:defRPr>
                <a:solidFill>
                  <a:schemeClr val="accent1"/>
                </a:solidFill>
              </a:defRPr>
            </a:lvl3pPr>
            <a:lvl4pPr indent="-228600" lvl="3" marL="1828800" algn="l">
              <a:lnSpc>
                <a:spcPct val="90000"/>
              </a:lnSpc>
              <a:spcBef>
                <a:spcPts val="400"/>
              </a:spcBef>
              <a:spcAft>
                <a:spcPts val="0"/>
              </a:spcAft>
              <a:buClr>
                <a:schemeClr val="accent1"/>
              </a:buClr>
              <a:buSzPts val="1100"/>
              <a:buNone/>
              <a:defRPr>
                <a:solidFill>
                  <a:schemeClr val="accent1"/>
                </a:solidFill>
              </a:defRPr>
            </a:lvl4pPr>
            <a:lvl5pPr indent="-228600" lvl="4" marL="2286000" algn="l">
              <a:lnSpc>
                <a:spcPct val="90000"/>
              </a:lnSpc>
              <a:spcBef>
                <a:spcPts val="400"/>
              </a:spcBef>
              <a:spcAft>
                <a:spcPts val="0"/>
              </a:spcAft>
              <a:buClr>
                <a:schemeClr val="accent1"/>
              </a:buClr>
              <a:buSzPts val="1100"/>
              <a:buNone/>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246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ig statement ">
  <p:cSld name="2_Big statement ">
    <p:bg>
      <p:bgPr>
        <a:solidFill>
          <a:schemeClr val="dk2"/>
        </a:solidFill>
      </p:bgPr>
    </p:bg>
    <p:spTree>
      <p:nvGrpSpPr>
        <p:cNvPr id="442" name="Shape 442"/>
        <p:cNvGrpSpPr/>
        <p:nvPr/>
      </p:nvGrpSpPr>
      <p:grpSpPr>
        <a:xfrm>
          <a:off x="0" y="0"/>
          <a:ext cx="0" cy="0"/>
          <a:chOff x="0" y="0"/>
          <a:chExt cx="0" cy="0"/>
        </a:xfrm>
      </p:grpSpPr>
      <p:sp>
        <p:nvSpPr>
          <p:cNvPr id="443" name="Google Shape;443;p50"/>
          <p:cNvSpPr/>
          <p:nvPr>
            <p:ph idx="2" type="pic"/>
          </p:nvPr>
        </p:nvSpPr>
        <p:spPr>
          <a:xfrm>
            <a:off x="0" y="0"/>
            <a:ext cx="9144000" cy="5143500"/>
          </a:xfrm>
          <a:prstGeom prst="rect">
            <a:avLst/>
          </a:prstGeom>
          <a:noFill/>
          <a:ln>
            <a:noFill/>
          </a:ln>
        </p:spPr>
      </p:sp>
      <p:sp>
        <p:nvSpPr>
          <p:cNvPr id="444" name="Google Shape;444;p50"/>
          <p:cNvSpPr txBox="1"/>
          <p:nvPr>
            <p:ph type="ctrTitle"/>
          </p:nvPr>
        </p:nvSpPr>
        <p:spPr>
          <a:xfrm>
            <a:off x="1143000" y="1676400"/>
            <a:ext cx="6858000" cy="1790700"/>
          </a:xfrm>
          <a:prstGeom prst="rect">
            <a:avLst/>
          </a:prstGeom>
          <a:noFill/>
          <a:ln>
            <a:noFill/>
          </a:ln>
        </p:spPr>
        <p:txBody>
          <a:bodyPr anchorCtr="0" anchor="ctr" bIns="34275" lIns="68575" spcFirstLastPara="1" rIns="68575" wrap="square" tIns="274325">
            <a:normAutofit/>
          </a:bodyPr>
          <a:lstStyle>
            <a:lvl1pPr lvl="0" algn="l">
              <a:lnSpc>
                <a:spcPct val="90000"/>
              </a:lnSpc>
              <a:spcBef>
                <a:spcPts val="0"/>
              </a:spcBef>
              <a:spcAft>
                <a:spcPts val="0"/>
              </a:spcAft>
              <a:buClr>
                <a:schemeClr val="lt1"/>
              </a:buClr>
              <a:buSzPts val="5400"/>
              <a:buFont typeface="IBM Plex Sans SemiBold"/>
              <a:buNone/>
              <a:defRPr sz="54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45" name="Google Shape;445;p50"/>
          <p:cNvSpPr txBox="1"/>
          <p:nvPr>
            <p:ph idx="1" type="subTitle"/>
          </p:nvPr>
        </p:nvSpPr>
        <p:spPr>
          <a:xfrm>
            <a:off x="1143000" y="3840480"/>
            <a:ext cx="68580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2"/>
              </a:buClr>
              <a:buSzPts val="1800"/>
              <a:buNone/>
              <a:defRPr sz="1800">
                <a:solidFill>
                  <a:schemeClr val="lt2"/>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
  <p:cSld name="1_Agenda">
    <p:bg>
      <p:bgPr>
        <a:solidFill>
          <a:schemeClr val="dk2"/>
        </a:solidFill>
      </p:bgPr>
    </p:bg>
    <p:spTree>
      <p:nvGrpSpPr>
        <p:cNvPr id="446" name="Shape 446"/>
        <p:cNvGrpSpPr/>
        <p:nvPr/>
      </p:nvGrpSpPr>
      <p:grpSpPr>
        <a:xfrm>
          <a:off x="0" y="0"/>
          <a:ext cx="0" cy="0"/>
          <a:chOff x="0" y="0"/>
          <a:chExt cx="0" cy="0"/>
        </a:xfrm>
      </p:grpSpPr>
      <p:sp>
        <p:nvSpPr>
          <p:cNvPr id="447" name="Google Shape;447;p51"/>
          <p:cNvSpPr txBox="1"/>
          <p:nvPr>
            <p:ph type="ctrTitle"/>
          </p:nvPr>
        </p:nvSpPr>
        <p:spPr>
          <a:xfrm>
            <a:off x="4572000" y="822960"/>
            <a:ext cx="4572000" cy="1790700"/>
          </a:xfrm>
          <a:prstGeom prst="rect">
            <a:avLst/>
          </a:prstGeom>
          <a:noFill/>
          <a:ln>
            <a:noFill/>
          </a:ln>
        </p:spPr>
        <p:txBody>
          <a:bodyPr anchorCtr="0" anchor="t" bIns="34275" lIns="342900" spcFirstLastPara="1" rIns="137150" wrap="square" tIns="68575">
            <a:noAutofit/>
          </a:bodyPr>
          <a:lstStyle>
            <a:lvl1pPr lvl="0" algn="l">
              <a:lnSpc>
                <a:spcPct val="90000"/>
              </a:lnSpc>
              <a:spcBef>
                <a:spcPts val="0"/>
              </a:spcBef>
              <a:spcAft>
                <a:spcPts val="0"/>
              </a:spcAft>
              <a:buClr>
                <a:schemeClr val="lt1"/>
              </a:buClr>
              <a:buSzPts val="2400"/>
              <a:buFont typeface="IBM Plex Sans SemiBold"/>
              <a:buNone/>
              <a:defRPr i="0" sz="2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48" name="Google Shape;448;p51"/>
          <p:cNvSpPr/>
          <p:nvPr>
            <p:ph idx="2" type="pic"/>
          </p:nvPr>
        </p:nvSpPr>
        <p:spPr>
          <a:xfrm>
            <a:off x="0" y="-1"/>
            <a:ext cx="4572000" cy="5143500"/>
          </a:xfrm>
          <a:prstGeom prst="rect">
            <a:avLst/>
          </a:prstGeom>
          <a:noFill/>
          <a:ln>
            <a:noFill/>
          </a:ln>
        </p:spPr>
      </p:sp>
      <p:sp>
        <p:nvSpPr>
          <p:cNvPr id="449" name="Google Shape;449;p51"/>
          <p:cNvSpPr txBox="1"/>
          <p:nvPr>
            <p:ph idx="1" type="body"/>
          </p:nvPr>
        </p:nvSpPr>
        <p:spPr>
          <a:xfrm>
            <a:off x="4572000" y="1893094"/>
            <a:ext cx="4572000" cy="2621700"/>
          </a:xfrm>
          <a:prstGeom prst="rect">
            <a:avLst/>
          </a:prstGeom>
          <a:noFill/>
          <a:ln>
            <a:noFill/>
          </a:ln>
        </p:spPr>
        <p:txBody>
          <a:bodyPr anchorCtr="0" anchor="t" bIns="34275" lIns="342900" spcFirstLastPara="1" rIns="68575" wrap="square" tIns="34275">
            <a:noAutofit/>
          </a:bodyPr>
          <a:lstStyle>
            <a:lvl1pPr indent="-228600" lvl="0" marL="457200" algn="l">
              <a:lnSpc>
                <a:spcPct val="110000"/>
              </a:lnSpc>
              <a:spcBef>
                <a:spcPts val="900"/>
              </a:spcBef>
              <a:spcAft>
                <a:spcPts val="0"/>
              </a:spcAft>
              <a:buClr>
                <a:schemeClr val="lt1"/>
              </a:buClr>
              <a:buSzPts val="1500"/>
              <a:buNone/>
              <a:defRPr>
                <a:solidFill>
                  <a:schemeClr val="lt1"/>
                </a:solidFill>
              </a:defRPr>
            </a:lvl1pPr>
            <a:lvl2pPr indent="-228600" lvl="1" marL="914400" algn="l">
              <a:lnSpc>
                <a:spcPct val="90000"/>
              </a:lnSpc>
              <a:spcBef>
                <a:spcPts val="400"/>
              </a:spcBef>
              <a:spcAft>
                <a:spcPts val="0"/>
              </a:spcAft>
              <a:buClr>
                <a:schemeClr val="lt1"/>
              </a:buClr>
              <a:buSzPts val="1400"/>
              <a:buNone/>
              <a:defRPr>
                <a:solidFill>
                  <a:schemeClr val="lt1"/>
                </a:solidFill>
              </a:defRPr>
            </a:lvl2pPr>
            <a:lvl3pPr indent="-304800" lvl="2" marL="1371600" algn="l">
              <a:lnSpc>
                <a:spcPct val="90000"/>
              </a:lnSpc>
              <a:spcBef>
                <a:spcPts val="400"/>
              </a:spcBef>
              <a:spcAft>
                <a:spcPts val="0"/>
              </a:spcAft>
              <a:buClr>
                <a:schemeClr val="lt1"/>
              </a:buClr>
              <a:buSzPts val="1200"/>
              <a:buChar char="+"/>
              <a:defRPr>
                <a:solidFill>
                  <a:schemeClr val="lt1"/>
                </a:solidFill>
              </a:defRPr>
            </a:lvl3pPr>
            <a:lvl4pPr indent="-298450" lvl="3" marL="1828800" algn="l">
              <a:lnSpc>
                <a:spcPct val="90000"/>
              </a:lnSpc>
              <a:spcBef>
                <a:spcPts val="400"/>
              </a:spcBef>
              <a:spcAft>
                <a:spcPts val="0"/>
              </a:spcAft>
              <a:buClr>
                <a:schemeClr val="lt1"/>
              </a:buClr>
              <a:buSzPts val="1100"/>
              <a:buChar char="+"/>
              <a:defRPr>
                <a:solidFill>
                  <a:schemeClr val="lt1"/>
                </a:solidFill>
              </a:defRPr>
            </a:lvl4pPr>
            <a:lvl5pPr indent="-298450" lvl="4" marL="2286000" algn="l">
              <a:lnSpc>
                <a:spcPct val="90000"/>
              </a:lnSpc>
              <a:spcBef>
                <a:spcPts val="400"/>
              </a:spcBef>
              <a:spcAft>
                <a:spcPts val="0"/>
              </a:spcAft>
              <a:buClr>
                <a:schemeClr val="lt1"/>
              </a:buClr>
              <a:buSzPts val="11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0" name="Google Shape;450;p51"/>
          <p:cNvSpPr/>
          <p:nvPr/>
        </p:nvSpPr>
        <p:spPr>
          <a:xfrm>
            <a:off x="4929187" y="1286456"/>
            <a:ext cx="1059432"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451" name="Google Shape;451;p51"/>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solidFill>
          <a:schemeClr val="lt1"/>
        </a:solidFill>
      </p:bgPr>
    </p:bg>
    <p:spTree>
      <p:nvGrpSpPr>
        <p:cNvPr id="452" name="Shape 452"/>
        <p:cNvGrpSpPr/>
        <p:nvPr/>
      </p:nvGrpSpPr>
      <p:grpSpPr>
        <a:xfrm>
          <a:off x="0" y="0"/>
          <a:ext cx="0" cy="0"/>
          <a:chOff x="0" y="0"/>
          <a:chExt cx="0" cy="0"/>
        </a:xfrm>
      </p:grpSpPr>
      <p:sp>
        <p:nvSpPr>
          <p:cNvPr id="453" name="Google Shape;453;p52"/>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4" name="Google Shape;454;p52"/>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55" name="Google Shape;455;p52"/>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56" name="Google Shape;456;p52"/>
          <p:cNvSpPr txBox="1"/>
          <p:nvPr>
            <p:ph idx="1"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sz="15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1278">
          <p15:clr>
            <a:srgbClr val="FBAE40"/>
          </p15:clr>
        </p15:guide>
        <p15:guide id="2" orient="horz" pos="5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ullets with Header">
  <p:cSld name="1_Bullets with Header">
    <p:spTree>
      <p:nvGrpSpPr>
        <p:cNvPr id="457" name="Shape 457"/>
        <p:cNvGrpSpPr/>
        <p:nvPr/>
      </p:nvGrpSpPr>
      <p:grpSpPr>
        <a:xfrm>
          <a:off x="0" y="0"/>
          <a:ext cx="0" cy="0"/>
          <a:chOff x="0" y="0"/>
          <a:chExt cx="0" cy="0"/>
        </a:xfrm>
      </p:grpSpPr>
      <p:sp>
        <p:nvSpPr>
          <p:cNvPr id="458" name="Google Shape;458;p53"/>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9" name="Google Shape;459;p53"/>
          <p:cNvSpPr txBox="1"/>
          <p:nvPr>
            <p:ph idx="1" type="body"/>
          </p:nvPr>
        </p:nvSpPr>
        <p:spPr>
          <a:xfrm>
            <a:off x="1783080" y="1067991"/>
            <a:ext cx="65388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60" name="Google Shape;460;p53"/>
          <p:cNvSpPr txBox="1"/>
          <p:nvPr>
            <p:ph idx="2" type="body"/>
          </p:nvPr>
        </p:nvSpPr>
        <p:spPr>
          <a:xfrm>
            <a:off x="1783080" y="1807369"/>
            <a:ext cx="6768900" cy="2763300"/>
          </a:xfrm>
          <a:prstGeom prst="rect">
            <a:avLst/>
          </a:prstGeom>
          <a:noFill/>
          <a:ln>
            <a:noFill/>
          </a:ln>
        </p:spPr>
        <p:txBody>
          <a:bodyPr anchorCtr="0" anchor="t" bIns="0" lIns="68575" spcFirstLastPara="1" rIns="68575" wrap="square" tIns="0">
            <a:noAutofit/>
          </a:bodyPr>
          <a:lstStyle>
            <a:lvl1pPr indent="-317500" lvl="0" marL="457200" algn="l">
              <a:lnSpc>
                <a:spcPct val="90000"/>
              </a:lnSpc>
              <a:spcBef>
                <a:spcPts val="800"/>
              </a:spcBef>
              <a:spcAft>
                <a:spcPts val="0"/>
              </a:spcAft>
              <a:buClr>
                <a:schemeClr val="dk1"/>
              </a:buClr>
              <a:buSzPts val="1400"/>
              <a:buChar char="+"/>
              <a:defRPr sz="1400">
                <a:solidFill>
                  <a:schemeClr val="dk1"/>
                </a:solidFill>
                <a:latin typeface="IBM Plex Sans"/>
                <a:ea typeface="IBM Plex Sans"/>
                <a:cs typeface="IBM Plex Sans"/>
                <a:sym typeface="IBM Plex Sans"/>
              </a:defRPr>
            </a:lvl1pPr>
            <a:lvl2pPr indent="-304800" lvl="1" marL="9144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2pPr>
            <a:lvl3pPr indent="-298450" lvl="2" marL="13716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3pPr>
            <a:lvl4pPr indent="-285750" lvl="3" marL="18288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4pPr>
            <a:lvl5pPr indent="-285750" lvl="4" marL="22860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1" name="Google Shape;461;p53"/>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62" name="Google Shape;462;p53"/>
          <p:cNvSpPr txBox="1"/>
          <p:nvPr>
            <p:ph idx="3"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127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Paragraph">
  <p:cSld name="1_Header Paragraph">
    <p:spTree>
      <p:nvGrpSpPr>
        <p:cNvPr id="463" name="Shape 463"/>
        <p:cNvGrpSpPr/>
        <p:nvPr/>
      </p:nvGrpSpPr>
      <p:grpSpPr>
        <a:xfrm>
          <a:off x="0" y="0"/>
          <a:ext cx="0" cy="0"/>
          <a:chOff x="0" y="0"/>
          <a:chExt cx="0" cy="0"/>
        </a:xfrm>
      </p:grpSpPr>
      <p:sp>
        <p:nvSpPr>
          <p:cNvPr id="464" name="Google Shape;464;p54"/>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5" name="Google Shape;465;p54"/>
          <p:cNvSpPr txBox="1"/>
          <p:nvPr>
            <p:ph idx="1" type="body"/>
          </p:nvPr>
        </p:nvSpPr>
        <p:spPr>
          <a:xfrm>
            <a:off x="1645920" y="1028700"/>
            <a:ext cx="64080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66" name="Google Shape;466;p54"/>
          <p:cNvSpPr txBox="1"/>
          <p:nvPr>
            <p:ph idx="2" type="body"/>
          </p:nvPr>
        </p:nvSpPr>
        <p:spPr>
          <a:xfrm>
            <a:off x="1645920" y="1714500"/>
            <a:ext cx="6408000" cy="2743200"/>
          </a:xfrm>
          <a:prstGeom prst="rect">
            <a:avLst/>
          </a:prstGeom>
          <a:noFill/>
          <a:ln>
            <a:noFill/>
          </a:ln>
        </p:spPr>
        <p:txBody>
          <a:bodyPr anchorCtr="0" anchor="t" bIns="34275" lIns="205725" spcFirstLastPara="1" rIns="68575" wrap="square" tIns="34275">
            <a:noAutofit/>
          </a:bodyPr>
          <a:lstStyle>
            <a:lvl1pPr indent="-228600" lvl="0" marL="457200" algn="l">
              <a:lnSpc>
                <a:spcPct val="110000"/>
              </a:lnSpc>
              <a:spcBef>
                <a:spcPts val="800"/>
              </a:spcBef>
              <a:spcAft>
                <a:spcPts val="0"/>
              </a:spcAft>
              <a:buClr>
                <a:schemeClr val="dk2"/>
              </a:buClr>
              <a:buSzPts val="1400"/>
              <a:buNone/>
              <a:defRPr sz="1400"/>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7" name="Google Shape;467;p54"/>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68" name="Google Shape;468;p54"/>
          <p:cNvSpPr txBox="1"/>
          <p:nvPr>
            <p:ph idx="3"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127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Header Paragraph">
  <p:cSld name="3_Header Paragraph">
    <p:spTree>
      <p:nvGrpSpPr>
        <p:cNvPr id="469" name="Shape 469"/>
        <p:cNvGrpSpPr/>
        <p:nvPr/>
      </p:nvGrpSpPr>
      <p:grpSpPr>
        <a:xfrm>
          <a:off x="0" y="0"/>
          <a:ext cx="0" cy="0"/>
          <a:chOff x="0" y="0"/>
          <a:chExt cx="0" cy="0"/>
        </a:xfrm>
      </p:grpSpPr>
      <p:sp>
        <p:nvSpPr>
          <p:cNvPr id="470" name="Google Shape;470;p55"/>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1" name="Google Shape;471;p55"/>
          <p:cNvSpPr txBox="1"/>
          <p:nvPr>
            <p:ph idx="1" type="body"/>
          </p:nvPr>
        </p:nvSpPr>
        <p:spPr>
          <a:xfrm>
            <a:off x="1964531" y="1028700"/>
            <a:ext cx="64080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72" name="Google Shape;472;p55"/>
          <p:cNvSpPr txBox="1"/>
          <p:nvPr>
            <p:ph idx="2" type="body"/>
          </p:nvPr>
        </p:nvSpPr>
        <p:spPr>
          <a:xfrm>
            <a:off x="1964531" y="1714500"/>
            <a:ext cx="6408000" cy="27432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2"/>
              </a:buClr>
              <a:buSzPts val="1400"/>
              <a:buNone/>
              <a:defRPr sz="14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3" name="Google Shape;473;p55"/>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74" name="Google Shape;474;p55"/>
          <p:cNvSpPr txBox="1"/>
          <p:nvPr>
            <p:ph idx="3"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127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475" name="Shape 475"/>
        <p:cNvGrpSpPr/>
        <p:nvPr/>
      </p:nvGrpSpPr>
      <p:grpSpPr>
        <a:xfrm>
          <a:off x="0" y="0"/>
          <a:ext cx="0" cy="0"/>
          <a:chOff x="0" y="0"/>
          <a:chExt cx="0" cy="0"/>
        </a:xfrm>
      </p:grpSpPr>
      <p:sp>
        <p:nvSpPr>
          <p:cNvPr id="476" name="Google Shape;476;p56"/>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7" name="Google Shape;477;p5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8" name="Google Shape;478;p5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9" name="Google Shape;479;p56"/>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80" name="Google Shape;480;p56"/>
          <p:cNvSpPr txBox="1"/>
          <p:nvPr>
            <p:ph idx="3"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hree Content">
  <p:cSld name="1_Three Content">
    <p:spTree>
      <p:nvGrpSpPr>
        <p:cNvPr id="481" name="Shape 481"/>
        <p:cNvGrpSpPr/>
        <p:nvPr/>
      </p:nvGrpSpPr>
      <p:grpSpPr>
        <a:xfrm>
          <a:off x="0" y="0"/>
          <a:ext cx="0" cy="0"/>
          <a:chOff x="0" y="0"/>
          <a:chExt cx="0" cy="0"/>
        </a:xfrm>
      </p:grpSpPr>
      <p:sp>
        <p:nvSpPr>
          <p:cNvPr id="482" name="Google Shape;482;p57"/>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83" name="Google Shape;483;p57"/>
          <p:cNvSpPr txBox="1"/>
          <p:nvPr>
            <p:ph idx="1" type="body"/>
          </p:nvPr>
        </p:nvSpPr>
        <p:spPr>
          <a:xfrm>
            <a:off x="628650" y="1369219"/>
            <a:ext cx="2469000" cy="3017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4" name="Google Shape;484;p57"/>
          <p:cNvSpPr txBox="1"/>
          <p:nvPr>
            <p:ph idx="2" type="body"/>
          </p:nvPr>
        </p:nvSpPr>
        <p:spPr>
          <a:xfrm>
            <a:off x="3266123" y="1369219"/>
            <a:ext cx="2469000" cy="3017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1"/>
              </a:buClr>
              <a:buSzPts val="1400"/>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5" name="Google Shape;485;p57"/>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86" name="Google Shape;486;p57"/>
          <p:cNvSpPr txBox="1"/>
          <p:nvPr>
            <p:ph idx="3" type="body"/>
          </p:nvPr>
        </p:nvSpPr>
        <p:spPr>
          <a:xfrm>
            <a:off x="5903595" y="1369219"/>
            <a:ext cx="2469000" cy="3017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a:lvl1pPr>
            <a:lvl2pPr indent="-317500" lvl="1" marL="914400" algn="l">
              <a:lnSpc>
                <a:spcPct val="110000"/>
              </a:lnSpc>
              <a:spcBef>
                <a:spcPts val="400"/>
              </a:spcBef>
              <a:spcAft>
                <a:spcPts val="0"/>
              </a:spcAft>
              <a:buClr>
                <a:schemeClr val="dk1"/>
              </a:buClr>
              <a:buSzPts val="1400"/>
              <a:buFont typeface="Arial"/>
              <a:buChar char="•"/>
              <a:defRPr sz="14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7" name="Google Shape;487;p57"/>
          <p:cNvSpPr txBox="1"/>
          <p:nvPr>
            <p:ph idx="4"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488" name="Shape 488"/>
        <p:cNvGrpSpPr/>
        <p:nvPr/>
      </p:nvGrpSpPr>
      <p:grpSpPr>
        <a:xfrm>
          <a:off x="0" y="0"/>
          <a:ext cx="0" cy="0"/>
          <a:chOff x="0" y="0"/>
          <a:chExt cx="0" cy="0"/>
        </a:xfrm>
      </p:grpSpPr>
      <p:sp>
        <p:nvSpPr>
          <p:cNvPr id="489" name="Google Shape;489;p58"/>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90" name="Google Shape;490;p58"/>
          <p:cNvSpPr txBox="1"/>
          <p:nvPr>
            <p:ph idx="1" type="body"/>
          </p:nvPr>
        </p:nvSpPr>
        <p:spPr>
          <a:xfrm>
            <a:off x="629841" y="685800"/>
            <a:ext cx="38682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91" name="Google Shape;491;p58"/>
          <p:cNvSpPr txBox="1"/>
          <p:nvPr>
            <p:ph idx="2" type="body"/>
          </p:nvPr>
        </p:nvSpPr>
        <p:spPr>
          <a:xfrm>
            <a:off x="629841" y="1371600"/>
            <a:ext cx="37719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sz="1400">
                <a:solidFill>
                  <a:schemeClr val="dk2"/>
                </a:solidFill>
                <a:latin typeface="IBM Plex Sans"/>
                <a:ea typeface="IBM Plex Sans"/>
                <a:cs typeface="IBM Plex Sans"/>
                <a:sym typeface="IBM Plex Sans"/>
              </a:defRPr>
            </a:lvl1pPr>
            <a:lvl2pPr indent="-304800" lvl="1" marL="9144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2pPr>
            <a:lvl3pPr indent="-298450" lvl="2" marL="13716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3pPr>
            <a:lvl4pPr indent="-285750" lvl="3" marL="18288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4pPr>
            <a:lvl5pPr indent="-285750" lvl="4" marL="22860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2" name="Google Shape;492;p58"/>
          <p:cNvSpPr txBox="1"/>
          <p:nvPr>
            <p:ph idx="3" type="body"/>
          </p:nvPr>
        </p:nvSpPr>
        <p:spPr>
          <a:xfrm>
            <a:off x="4781859" y="685800"/>
            <a:ext cx="38874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93" name="Google Shape;493;p58"/>
          <p:cNvSpPr txBox="1"/>
          <p:nvPr>
            <p:ph idx="4" type="body"/>
          </p:nvPr>
        </p:nvSpPr>
        <p:spPr>
          <a:xfrm>
            <a:off x="4781859" y="1371600"/>
            <a:ext cx="37719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sz="1400">
                <a:solidFill>
                  <a:schemeClr val="dk2"/>
                </a:solidFill>
                <a:latin typeface="IBM Plex Sans"/>
                <a:ea typeface="IBM Plex Sans"/>
                <a:cs typeface="IBM Plex Sans"/>
                <a:sym typeface="IBM Plex Sans"/>
              </a:defRPr>
            </a:lvl1pPr>
            <a:lvl2pPr indent="-304800" lvl="1" marL="9144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2pPr>
            <a:lvl3pPr indent="-298450" lvl="2" marL="13716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3pPr>
            <a:lvl4pPr indent="-285750" lvl="3" marL="18288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4pPr>
            <a:lvl5pPr indent="-285750" lvl="4" marL="22860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4" name="Google Shape;494;p58"/>
          <p:cNvSpPr/>
          <p:nvPr/>
        </p:nvSpPr>
        <p:spPr>
          <a:xfrm flipH="1" rot="5400000">
            <a:off x="3372504" y="2195214"/>
            <a:ext cx="2398857"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495" name="Google Shape;495;p58"/>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96" name="Google Shape;496;p58"/>
          <p:cNvSpPr txBox="1"/>
          <p:nvPr>
            <p:ph idx="5"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no line">
  <p:cSld name="Comparison no line">
    <p:spTree>
      <p:nvGrpSpPr>
        <p:cNvPr id="497" name="Shape 497"/>
        <p:cNvGrpSpPr/>
        <p:nvPr/>
      </p:nvGrpSpPr>
      <p:grpSpPr>
        <a:xfrm>
          <a:off x="0" y="0"/>
          <a:ext cx="0" cy="0"/>
          <a:chOff x="0" y="0"/>
          <a:chExt cx="0" cy="0"/>
        </a:xfrm>
      </p:grpSpPr>
      <p:sp>
        <p:nvSpPr>
          <p:cNvPr id="498" name="Google Shape;498;p59"/>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99" name="Google Shape;499;p59"/>
          <p:cNvSpPr txBox="1"/>
          <p:nvPr>
            <p:ph idx="1" type="body"/>
          </p:nvPr>
        </p:nvSpPr>
        <p:spPr>
          <a:xfrm>
            <a:off x="629841" y="984560"/>
            <a:ext cx="38682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00" name="Google Shape;500;p59"/>
          <p:cNvSpPr txBox="1"/>
          <p:nvPr>
            <p:ph idx="2" type="body"/>
          </p:nvPr>
        </p:nvSpPr>
        <p:spPr>
          <a:xfrm>
            <a:off x="629841" y="1670360"/>
            <a:ext cx="37719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sz="1400">
                <a:solidFill>
                  <a:schemeClr val="dk2"/>
                </a:solidFill>
                <a:latin typeface="IBM Plex Sans"/>
                <a:ea typeface="IBM Plex Sans"/>
                <a:cs typeface="IBM Plex Sans"/>
                <a:sym typeface="IBM Plex Sans"/>
              </a:defRPr>
            </a:lvl1pPr>
            <a:lvl2pPr indent="-304800" lvl="1" marL="9144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2pPr>
            <a:lvl3pPr indent="-298450" lvl="2" marL="13716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3pPr>
            <a:lvl4pPr indent="-285750" lvl="3" marL="18288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4pPr>
            <a:lvl5pPr indent="-285750" lvl="4" marL="22860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1" name="Google Shape;501;p59"/>
          <p:cNvSpPr txBox="1"/>
          <p:nvPr>
            <p:ph idx="3" type="body"/>
          </p:nvPr>
        </p:nvSpPr>
        <p:spPr>
          <a:xfrm>
            <a:off x="4781859" y="984560"/>
            <a:ext cx="38874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02" name="Google Shape;502;p59"/>
          <p:cNvSpPr txBox="1"/>
          <p:nvPr>
            <p:ph idx="4" type="body"/>
          </p:nvPr>
        </p:nvSpPr>
        <p:spPr>
          <a:xfrm>
            <a:off x="4781859" y="1670360"/>
            <a:ext cx="3771900" cy="27633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2"/>
              </a:buClr>
              <a:buSzPts val="1400"/>
              <a:buChar char="+"/>
              <a:defRPr sz="1400">
                <a:solidFill>
                  <a:schemeClr val="dk2"/>
                </a:solidFill>
                <a:latin typeface="IBM Plex Sans"/>
                <a:ea typeface="IBM Plex Sans"/>
                <a:cs typeface="IBM Plex Sans"/>
                <a:sym typeface="IBM Plex Sans"/>
              </a:defRPr>
            </a:lvl1pPr>
            <a:lvl2pPr indent="-304800" lvl="1" marL="9144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2pPr>
            <a:lvl3pPr indent="-298450" lvl="2" marL="13716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3pPr>
            <a:lvl4pPr indent="-285750" lvl="3" marL="18288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4pPr>
            <a:lvl5pPr indent="-285750" lvl="4" marL="22860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3" name="Google Shape;503;p59"/>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04" name="Google Shape;504;p59"/>
          <p:cNvSpPr txBox="1"/>
          <p:nvPr>
            <p:ph idx="5"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Header icon">
  <p:cSld name="1_2 Header icon">
    <p:spTree>
      <p:nvGrpSpPr>
        <p:cNvPr id="505" name="Shape 505"/>
        <p:cNvGrpSpPr/>
        <p:nvPr/>
      </p:nvGrpSpPr>
      <p:grpSpPr>
        <a:xfrm>
          <a:off x="0" y="0"/>
          <a:ext cx="0" cy="0"/>
          <a:chOff x="0" y="0"/>
          <a:chExt cx="0" cy="0"/>
        </a:xfrm>
      </p:grpSpPr>
      <p:sp>
        <p:nvSpPr>
          <p:cNvPr id="506" name="Google Shape;506;p60"/>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07" name="Google Shape;507;p60"/>
          <p:cNvSpPr txBox="1"/>
          <p:nvPr>
            <p:ph idx="1" type="body"/>
          </p:nvPr>
        </p:nvSpPr>
        <p:spPr>
          <a:xfrm>
            <a:off x="2307431" y="834194"/>
            <a:ext cx="51222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08" name="Google Shape;508;p60"/>
          <p:cNvSpPr txBox="1"/>
          <p:nvPr>
            <p:ph idx="2" type="body"/>
          </p:nvPr>
        </p:nvSpPr>
        <p:spPr>
          <a:xfrm>
            <a:off x="2307431" y="1461997"/>
            <a:ext cx="5122200" cy="6858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2"/>
              </a:buClr>
              <a:buSzPts val="1500"/>
              <a:buNone/>
              <a:defRPr sz="1500"/>
            </a:lvl1pPr>
            <a:lvl2pPr indent="-228600" lvl="1" marL="914400" algn="l">
              <a:lnSpc>
                <a:spcPct val="90000"/>
              </a:lnSpc>
              <a:spcBef>
                <a:spcPts val="400"/>
              </a:spcBef>
              <a:spcAft>
                <a:spcPts val="0"/>
              </a:spcAft>
              <a:buClr>
                <a:schemeClr val="dk2"/>
              </a:buClr>
              <a:buSzPts val="1500"/>
              <a:buNone/>
              <a:defRPr sz="1500"/>
            </a:lvl2pPr>
            <a:lvl3pPr indent="-228600" lvl="2" marL="1371600" algn="l">
              <a:lnSpc>
                <a:spcPct val="90000"/>
              </a:lnSpc>
              <a:spcBef>
                <a:spcPts val="400"/>
              </a:spcBef>
              <a:spcAft>
                <a:spcPts val="0"/>
              </a:spcAft>
              <a:buClr>
                <a:schemeClr val="dk2"/>
              </a:buClr>
              <a:buSzPts val="1500"/>
              <a:buNone/>
              <a:defRPr sz="1500"/>
            </a:lvl3pPr>
            <a:lvl4pPr indent="-228600" lvl="3" marL="1828800" algn="l">
              <a:lnSpc>
                <a:spcPct val="90000"/>
              </a:lnSpc>
              <a:spcBef>
                <a:spcPts val="400"/>
              </a:spcBef>
              <a:spcAft>
                <a:spcPts val="0"/>
              </a:spcAft>
              <a:buClr>
                <a:schemeClr val="dk2"/>
              </a:buClr>
              <a:buSzPts val="1500"/>
              <a:buNone/>
              <a:defRPr sz="1500"/>
            </a:lvl4pPr>
            <a:lvl5pPr indent="-228600" lvl="4" marL="2286000" algn="l">
              <a:lnSpc>
                <a:spcPct val="90000"/>
              </a:lnSpc>
              <a:spcBef>
                <a:spcPts val="400"/>
              </a:spcBef>
              <a:spcAft>
                <a:spcPts val="0"/>
              </a:spcAft>
              <a:buClr>
                <a:schemeClr val="dk2"/>
              </a:buClr>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9" name="Google Shape;509;p60"/>
          <p:cNvSpPr txBox="1"/>
          <p:nvPr>
            <p:ph idx="3" type="body"/>
          </p:nvPr>
        </p:nvSpPr>
        <p:spPr>
          <a:xfrm>
            <a:off x="2307430" y="2868865"/>
            <a:ext cx="51222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0" name="Google Shape;510;p60"/>
          <p:cNvSpPr txBox="1"/>
          <p:nvPr>
            <p:ph idx="4" type="body"/>
          </p:nvPr>
        </p:nvSpPr>
        <p:spPr>
          <a:xfrm>
            <a:off x="2307430" y="3475738"/>
            <a:ext cx="5122200" cy="6858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1"/>
              </a:buClr>
              <a:buSzPts val="1500"/>
              <a:buNone/>
              <a:defRPr sz="1500">
                <a:solidFill>
                  <a:schemeClr val="dk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1" name="Google Shape;511;p60"/>
          <p:cNvSpPr/>
          <p:nvPr/>
        </p:nvSpPr>
        <p:spPr>
          <a:xfrm>
            <a:off x="2307431" y="2702366"/>
            <a:ext cx="4729608" cy="34358"/>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12" name="Google Shape;512;p60"/>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13" name="Google Shape;513;p60"/>
          <p:cNvSpPr txBox="1"/>
          <p:nvPr>
            <p:ph idx="5"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12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4 Header icon">
  <p:cSld name="1_4 Header icon">
    <p:spTree>
      <p:nvGrpSpPr>
        <p:cNvPr id="514" name="Shape 514"/>
        <p:cNvGrpSpPr/>
        <p:nvPr/>
      </p:nvGrpSpPr>
      <p:grpSpPr>
        <a:xfrm>
          <a:off x="0" y="0"/>
          <a:ext cx="0" cy="0"/>
          <a:chOff x="0" y="0"/>
          <a:chExt cx="0" cy="0"/>
        </a:xfrm>
      </p:grpSpPr>
      <p:sp>
        <p:nvSpPr>
          <p:cNvPr id="515" name="Google Shape;515;p61"/>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6" name="Google Shape;516;p61"/>
          <p:cNvSpPr txBox="1"/>
          <p:nvPr>
            <p:ph idx="1" type="body"/>
          </p:nvPr>
        </p:nvSpPr>
        <p:spPr>
          <a:xfrm>
            <a:off x="960120" y="834194"/>
            <a:ext cx="32919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defRPr>
            </a:lvl1pPr>
            <a:lvl2pPr indent="-228600" lvl="1" marL="914400" algn="l">
              <a:lnSpc>
                <a:spcPct val="90000"/>
              </a:lnSpc>
              <a:spcBef>
                <a:spcPts val="400"/>
              </a:spcBef>
              <a:spcAft>
                <a:spcPts val="0"/>
              </a:spcAft>
              <a:buClr>
                <a:schemeClr val="dk2"/>
              </a:buClr>
              <a:buSzPts val="1500"/>
              <a:buNone/>
              <a:defRPr b="1" sz="1500"/>
            </a:lvl2pPr>
            <a:lvl3pPr indent="-228600" lvl="2" marL="1371600" algn="l">
              <a:lnSpc>
                <a:spcPct val="90000"/>
              </a:lnSpc>
              <a:spcBef>
                <a:spcPts val="400"/>
              </a:spcBef>
              <a:spcAft>
                <a:spcPts val="0"/>
              </a:spcAft>
              <a:buClr>
                <a:schemeClr val="dk2"/>
              </a:buClr>
              <a:buSzPts val="1400"/>
              <a:buNone/>
              <a:defRPr b="1" sz="1400"/>
            </a:lvl3pPr>
            <a:lvl4pPr indent="-228600" lvl="3" marL="1828800" algn="l">
              <a:lnSpc>
                <a:spcPct val="90000"/>
              </a:lnSpc>
              <a:spcBef>
                <a:spcPts val="400"/>
              </a:spcBef>
              <a:spcAft>
                <a:spcPts val="0"/>
              </a:spcAft>
              <a:buClr>
                <a:schemeClr val="dk2"/>
              </a:buClr>
              <a:buSzPts val="1200"/>
              <a:buNone/>
              <a:defRPr b="1" sz="1200"/>
            </a:lvl4pPr>
            <a:lvl5pPr indent="-228600" lvl="4" marL="2286000" algn="l">
              <a:lnSpc>
                <a:spcPct val="90000"/>
              </a:lnSpc>
              <a:spcBef>
                <a:spcPts val="400"/>
              </a:spcBef>
              <a:spcAft>
                <a:spcPts val="0"/>
              </a:spcAft>
              <a:buClr>
                <a:schemeClr val="dk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17" name="Google Shape;517;p61"/>
          <p:cNvSpPr txBox="1"/>
          <p:nvPr>
            <p:ph idx="2" type="body"/>
          </p:nvPr>
        </p:nvSpPr>
        <p:spPr>
          <a:xfrm>
            <a:off x="960120" y="1461998"/>
            <a:ext cx="3291900" cy="3084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2"/>
              </a:buClr>
              <a:buSzPts val="1500"/>
              <a:buNone/>
              <a:defRPr sz="1500"/>
            </a:lvl1pPr>
            <a:lvl2pPr indent="-228600" lvl="1" marL="914400" algn="l">
              <a:lnSpc>
                <a:spcPct val="90000"/>
              </a:lnSpc>
              <a:spcBef>
                <a:spcPts val="400"/>
              </a:spcBef>
              <a:spcAft>
                <a:spcPts val="0"/>
              </a:spcAft>
              <a:buClr>
                <a:schemeClr val="dk2"/>
              </a:buClr>
              <a:buSzPts val="1500"/>
              <a:buNone/>
              <a:defRPr sz="1500"/>
            </a:lvl2pPr>
            <a:lvl3pPr indent="-228600" lvl="2" marL="1371600" algn="l">
              <a:lnSpc>
                <a:spcPct val="90000"/>
              </a:lnSpc>
              <a:spcBef>
                <a:spcPts val="400"/>
              </a:spcBef>
              <a:spcAft>
                <a:spcPts val="0"/>
              </a:spcAft>
              <a:buClr>
                <a:schemeClr val="dk2"/>
              </a:buClr>
              <a:buSzPts val="1500"/>
              <a:buNone/>
              <a:defRPr sz="1500"/>
            </a:lvl3pPr>
            <a:lvl4pPr indent="-228600" lvl="3" marL="1828800" algn="l">
              <a:lnSpc>
                <a:spcPct val="90000"/>
              </a:lnSpc>
              <a:spcBef>
                <a:spcPts val="400"/>
              </a:spcBef>
              <a:spcAft>
                <a:spcPts val="0"/>
              </a:spcAft>
              <a:buClr>
                <a:schemeClr val="dk2"/>
              </a:buClr>
              <a:buSzPts val="1500"/>
              <a:buNone/>
              <a:defRPr sz="1500"/>
            </a:lvl4pPr>
            <a:lvl5pPr indent="-228600" lvl="4" marL="2286000" algn="l">
              <a:lnSpc>
                <a:spcPct val="90000"/>
              </a:lnSpc>
              <a:spcBef>
                <a:spcPts val="400"/>
              </a:spcBef>
              <a:spcAft>
                <a:spcPts val="0"/>
              </a:spcAft>
              <a:buClr>
                <a:schemeClr val="dk2"/>
              </a:buClr>
              <a:buSzPts val="1500"/>
              <a:buNone/>
              <a:defRPr sz="15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8" name="Google Shape;518;p61"/>
          <p:cNvSpPr txBox="1"/>
          <p:nvPr>
            <p:ph idx="3" type="body"/>
          </p:nvPr>
        </p:nvSpPr>
        <p:spPr>
          <a:xfrm>
            <a:off x="960120" y="2868865"/>
            <a:ext cx="32919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9" name="Google Shape;519;p61"/>
          <p:cNvSpPr txBox="1"/>
          <p:nvPr>
            <p:ph idx="4" type="body"/>
          </p:nvPr>
        </p:nvSpPr>
        <p:spPr>
          <a:xfrm>
            <a:off x="960120" y="3475738"/>
            <a:ext cx="3291900" cy="3084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800"/>
              </a:spcBef>
              <a:spcAft>
                <a:spcPts val="0"/>
              </a:spcAft>
              <a:buClr>
                <a:schemeClr val="dk1"/>
              </a:buClr>
              <a:buSzPts val="1500"/>
              <a:buNone/>
              <a:defRPr sz="1500">
                <a:solidFill>
                  <a:schemeClr val="dk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0" name="Google Shape;520;p61"/>
          <p:cNvSpPr/>
          <p:nvPr/>
        </p:nvSpPr>
        <p:spPr>
          <a:xfrm>
            <a:off x="960120" y="2702366"/>
            <a:ext cx="3291807"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21" name="Google Shape;521;p61"/>
          <p:cNvSpPr txBox="1"/>
          <p:nvPr>
            <p:ph idx="5" type="body"/>
          </p:nvPr>
        </p:nvSpPr>
        <p:spPr>
          <a:xfrm>
            <a:off x="5212080" y="834194"/>
            <a:ext cx="32919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2" name="Google Shape;522;p61"/>
          <p:cNvSpPr txBox="1"/>
          <p:nvPr>
            <p:ph idx="6" type="body"/>
          </p:nvPr>
        </p:nvSpPr>
        <p:spPr>
          <a:xfrm>
            <a:off x="5212079" y="1461998"/>
            <a:ext cx="3291900" cy="2769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3" name="Google Shape;523;p61"/>
          <p:cNvSpPr txBox="1"/>
          <p:nvPr>
            <p:ph idx="7" type="body"/>
          </p:nvPr>
        </p:nvSpPr>
        <p:spPr>
          <a:xfrm>
            <a:off x="5212079" y="2868865"/>
            <a:ext cx="3291900" cy="6171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sz="1500">
                <a:solidFill>
                  <a:schemeClr val="accent1"/>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4" name="Google Shape;524;p61"/>
          <p:cNvSpPr txBox="1"/>
          <p:nvPr>
            <p:ph idx="8" type="body"/>
          </p:nvPr>
        </p:nvSpPr>
        <p:spPr>
          <a:xfrm>
            <a:off x="5212080" y="3475738"/>
            <a:ext cx="3291900" cy="2769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228600" lvl="1" marL="914400" algn="l">
              <a:lnSpc>
                <a:spcPct val="90000"/>
              </a:lnSpc>
              <a:spcBef>
                <a:spcPts val="400"/>
              </a:spcBef>
              <a:spcAft>
                <a:spcPts val="0"/>
              </a:spcAft>
              <a:buClr>
                <a:schemeClr val="dk2"/>
              </a:buClr>
              <a:buSzPts val="1400"/>
              <a:buNone/>
              <a:defRPr/>
            </a:lvl2pPr>
            <a:lvl3pPr indent="-228600" lvl="2" marL="1371600" algn="l">
              <a:lnSpc>
                <a:spcPct val="90000"/>
              </a:lnSpc>
              <a:spcBef>
                <a:spcPts val="400"/>
              </a:spcBef>
              <a:spcAft>
                <a:spcPts val="0"/>
              </a:spcAft>
              <a:buClr>
                <a:schemeClr val="dk2"/>
              </a:buClr>
              <a:buSzPts val="1200"/>
              <a:buNone/>
              <a:defRPr/>
            </a:lvl3pPr>
            <a:lvl4pPr indent="-228600" lvl="3" marL="1828800" algn="l">
              <a:lnSpc>
                <a:spcPct val="90000"/>
              </a:lnSpc>
              <a:spcBef>
                <a:spcPts val="400"/>
              </a:spcBef>
              <a:spcAft>
                <a:spcPts val="0"/>
              </a:spcAft>
              <a:buClr>
                <a:schemeClr val="dk2"/>
              </a:buClr>
              <a:buSzPts val="1100"/>
              <a:buNone/>
              <a:defRPr/>
            </a:lvl4pPr>
            <a:lvl5pPr indent="-228600" lvl="4" marL="2286000" algn="l">
              <a:lnSpc>
                <a:spcPct val="90000"/>
              </a:lnSpc>
              <a:spcBef>
                <a:spcPts val="400"/>
              </a:spcBef>
              <a:spcAft>
                <a:spcPts val="0"/>
              </a:spcAft>
              <a:buClr>
                <a:schemeClr val="dk2"/>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5" name="Google Shape;525;p61"/>
          <p:cNvSpPr/>
          <p:nvPr/>
        </p:nvSpPr>
        <p:spPr>
          <a:xfrm>
            <a:off x="5212079" y="2702366"/>
            <a:ext cx="3291807"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26" name="Google Shape;526;p61"/>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27" name="Google Shape;527;p61"/>
          <p:cNvSpPr txBox="1"/>
          <p:nvPr>
            <p:ph idx="9"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12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3 column callout">
  <p:cSld name="1_3 column callout">
    <p:spTree>
      <p:nvGrpSpPr>
        <p:cNvPr id="528" name="Shape 528"/>
        <p:cNvGrpSpPr/>
        <p:nvPr/>
      </p:nvGrpSpPr>
      <p:grpSpPr>
        <a:xfrm>
          <a:off x="0" y="0"/>
          <a:ext cx="0" cy="0"/>
          <a:chOff x="0" y="0"/>
          <a:chExt cx="0" cy="0"/>
        </a:xfrm>
      </p:grpSpPr>
      <p:sp>
        <p:nvSpPr>
          <p:cNvPr id="529" name="Google Shape;529;p62"/>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30" name="Google Shape;530;p62"/>
          <p:cNvSpPr txBox="1"/>
          <p:nvPr>
            <p:ph idx="1" type="body"/>
          </p:nvPr>
        </p:nvSpPr>
        <p:spPr>
          <a:xfrm>
            <a:off x="978693"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1" name="Google Shape;531;p62"/>
          <p:cNvSpPr txBox="1"/>
          <p:nvPr>
            <p:ph idx="2" type="body"/>
          </p:nvPr>
        </p:nvSpPr>
        <p:spPr>
          <a:xfrm>
            <a:off x="3763685"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2" name="Google Shape;532;p62"/>
          <p:cNvSpPr txBox="1"/>
          <p:nvPr>
            <p:ph idx="3" type="body"/>
          </p:nvPr>
        </p:nvSpPr>
        <p:spPr>
          <a:xfrm>
            <a:off x="6548676"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3" name="Google Shape;533;p62"/>
          <p:cNvSpPr/>
          <p:nvPr/>
        </p:nvSpPr>
        <p:spPr>
          <a:xfrm>
            <a:off x="978693" y="3070621"/>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34" name="Google Shape;534;p62"/>
          <p:cNvSpPr/>
          <p:nvPr/>
        </p:nvSpPr>
        <p:spPr>
          <a:xfrm>
            <a:off x="3737610" y="3070621"/>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35" name="Google Shape;535;p62"/>
          <p:cNvSpPr/>
          <p:nvPr/>
        </p:nvSpPr>
        <p:spPr>
          <a:xfrm>
            <a:off x="3763685" y="1650898"/>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36" name="Google Shape;536;p62"/>
          <p:cNvSpPr/>
          <p:nvPr/>
        </p:nvSpPr>
        <p:spPr>
          <a:xfrm>
            <a:off x="978693" y="1650898"/>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37" name="Google Shape;537;p62"/>
          <p:cNvSpPr/>
          <p:nvPr/>
        </p:nvSpPr>
        <p:spPr>
          <a:xfrm>
            <a:off x="6548676" y="3070621"/>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38" name="Google Shape;538;p62"/>
          <p:cNvSpPr/>
          <p:nvPr/>
        </p:nvSpPr>
        <p:spPr>
          <a:xfrm>
            <a:off x="6548676" y="1650898"/>
            <a:ext cx="1785900"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39" name="Google Shape;539;p62"/>
          <p:cNvSpPr txBox="1"/>
          <p:nvPr>
            <p:ph idx="4" type="body"/>
          </p:nvPr>
        </p:nvSpPr>
        <p:spPr>
          <a:xfrm>
            <a:off x="978693"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0" name="Google Shape;540;p62"/>
          <p:cNvSpPr txBox="1"/>
          <p:nvPr>
            <p:ph idx="5" type="body"/>
          </p:nvPr>
        </p:nvSpPr>
        <p:spPr>
          <a:xfrm>
            <a:off x="3763685"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1" name="Google Shape;541;p62"/>
          <p:cNvSpPr txBox="1"/>
          <p:nvPr>
            <p:ph idx="6" type="body"/>
          </p:nvPr>
        </p:nvSpPr>
        <p:spPr>
          <a:xfrm>
            <a:off x="6548676"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2" name="Google Shape;542;p62"/>
          <p:cNvSpPr txBox="1"/>
          <p:nvPr>
            <p:ph idx="7" type="body"/>
          </p:nvPr>
        </p:nvSpPr>
        <p:spPr>
          <a:xfrm>
            <a:off x="978693"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3" name="Google Shape;543;p62"/>
          <p:cNvSpPr txBox="1"/>
          <p:nvPr>
            <p:ph idx="8" type="body"/>
          </p:nvPr>
        </p:nvSpPr>
        <p:spPr>
          <a:xfrm>
            <a:off x="3763685"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4" name="Google Shape;544;p62"/>
          <p:cNvSpPr txBox="1"/>
          <p:nvPr>
            <p:ph idx="9" type="body"/>
          </p:nvPr>
        </p:nvSpPr>
        <p:spPr>
          <a:xfrm>
            <a:off x="6548676"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Font typeface="IBM Plex Sans"/>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5" name="Google Shape;545;p62"/>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46" name="Google Shape;546;p62"/>
          <p:cNvSpPr txBox="1"/>
          <p:nvPr>
            <p:ph idx="13"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callout no lines">
  <p:cSld name="3 column callout no lines">
    <p:spTree>
      <p:nvGrpSpPr>
        <p:cNvPr id="547" name="Shape 547"/>
        <p:cNvGrpSpPr/>
        <p:nvPr/>
      </p:nvGrpSpPr>
      <p:grpSpPr>
        <a:xfrm>
          <a:off x="0" y="0"/>
          <a:ext cx="0" cy="0"/>
          <a:chOff x="0" y="0"/>
          <a:chExt cx="0" cy="0"/>
        </a:xfrm>
      </p:grpSpPr>
      <p:sp>
        <p:nvSpPr>
          <p:cNvPr id="548" name="Google Shape;548;p63"/>
          <p:cNvSpPr txBox="1"/>
          <p:nvPr>
            <p:ph type="title"/>
          </p:nvPr>
        </p:nvSpPr>
        <p:spPr>
          <a:xfrm>
            <a:off x="342900" y="0"/>
            <a:ext cx="7886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9" name="Google Shape;549;p63"/>
          <p:cNvSpPr txBox="1"/>
          <p:nvPr>
            <p:ph idx="1" type="body"/>
          </p:nvPr>
        </p:nvSpPr>
        <p:spPr>
          <a:xfrm>
            <a:off x="978693"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0" name="Google Shape;550;p63"/>
          <p:cNvSpPr txBox="1"/>
          <p:nvPr>
            <p:ph idx="2" type="body"/>
          </p:nvPr>
        </p:nvSpPr>
        <p:spPr>
          <a:xfrm>
            <a:off x="3763685"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1" name="Google Shape;551;p63"/>
          <p:cNvSpPr txBox="1"/>
          <p:nvPr>
            <p:ph idx="3" type="body"/>
          </p:nvPr>
        </p:nvSpPr>
        <p:spPr>
          <a:xfrm>
            <a:off x="6548676" y="1335881"/>
            <a:ext cx="1783200" cy="6858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Font typeface="IBM Plex Sans"/>
              <a:buNone/>
              <a:defRPr b="1" sz="19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2" name="Google Shape;552;p63"/>
          <p:cNvSpPr txBox="1"/>
          <p:nvPr>
            <p:ph idx="4" type="body"/>
          </p:nvPr>
        </p:nvSpPr>
        <p:spPr>
          <a:xfrm>
            <a:off x="978693"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3" name="Google Shape;553;p63"/>
          <p:cNvSpPr txBox="1"/>
          <p:nvPr>
            <p:ph idx="5" type="body"/>
          </p:nvPr>
        </p:nvSpPr>
        <p:spPr>
          <a:xfrm>
            <a:off x="3763685"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4" name="Google Shape;554;p63"/>
          <p:cNvSpPr txBox="1"/>
          <p:nvPr>
            <p:ph idx="6" type="body"/>
          </p:nvPr>
        </p:nvSpPr>
        <p:spPr>
          <a:xfrm>
            <a:off x="6548676" y="2125980"/>
            <a:ext cx="1783200" cy="6858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800"/>
              </a:spcBef>
              <a:spcAft>
                <a:spcPts val="0"/>
              </a:spcAft>
              <a:buClr>
                <a:schemeClr val="accent1"/>
              </a:buClr>
              <a:buSzPts val="7500"/>
              <a:buFont typeface="IBM Plex Mono SemiBold"/>
              <a:buNone/>
              <a:defRPr sz="7500">
                <a:solidFill>
                  <a:schemeClr val="accent1"/>
                </a:solidFill>
                <a:latin typeface="IBM Plex Mono SemiBold"/>
                <a:ea typeface="IBM Plex Mono SemiBold"/>
                <a:cs typeface="IBM Plex Mono SemiBold"/>
                <a:sym typeface="IBM Plex Mono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5" name="Google Shape;555;p63"/>
          <p:cNvSpPr txBox="1"/>
          <p:nvPr>
            <p:ph idx="7" type="body"/>
          </p:nvPr>
        </p:nvSpPr>
        <p:spPr>
          <a:xfrm>
            <a:off x="978693"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6" name="Google Shape;556;p63"/>
          <p:cNvSpPr txBox="1"/>
          <p:nvPr>
            <p:ph idx="8" type="body"/>
          </p:nvPr>
        </p:nvSpPr>
        <p:spPr>
          <a:xfrm>
            <a:off x="3763685"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7" name="Google Shape;557;p63"/>
          <p:cNvSpPr txBox="1"/>
          <p:nvPr>
            <p:ph idx="9" type="body"/>
          </p:nvPr>
        </p:nvSpPr>
        <p:spPr>
          <a:xfrm>
            <a:off x="6548676" y="3297940"/>
            <a:ext cx="1783200" cy="12345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900"/>
              <a:buNone/>
              <a:defRPr sz="1900"/>
            </a:lvl1pPr>
            <a:lvl2pPr indent="-228600" lvl="1" marL="914400" algn="l">
              <a:lnSpc>
                <a:spcPct val="90000"/>
              </a:lnSpc>
              <a:spcBef>
                <a:spcPts val="400"/>
              </a:spcBef>
              <a:spcAft>
                <a:spcPts val="0"/>
              </a:spcAft>
              <a:buClr>
                <a:schemeClr val="dk2"/>
              </a:buClr>
              <a:buSzPts val="1400"/>
              <a:buFont typeface="IBM Plex Sans"/>
              <a:buNone/>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8" name="Google Shape;558;p63"/>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59" name="Google Shape;559;p63"/>
          <p:cNvSpPr txBox="1"/>
          <p:nvPr>
            <p:ph idx="13" type="body"/>
          </p:nvPr>
        </p:nvSpPr>
        <p:spPr>
          <a:xfrm>
            <a:off x="342900" y="685800"/>
            <a:ext cx="7886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50/50">
  <p:cSld name="1_50/50">
    <p:bg>
      <p:bgPr>
        <a:solidFill>
          <a:schemeClr val="lt1"/>
        </a:solidFill>
      </p:bgPr>
    </p:bg>
    <p:spTree>
      <p:nvGrpSpPr>
        <p:cNvPr id="560" name="Shape 560"/>
        <p:cNvGrpSpPr/>
        <p:nvPr/>
      </p:nvGrpSpPr>
      <p:grpSpPr>
        <a:xfrm>
          <a:off x="0" y="0"/>
          <a:ext cx="0" cy="0"/>
          <a:chOff x="0" y="0"/>
          <a:chExt cx="0" cy="0"/>
        </a:xfrm>
      </p:grpSpPr>
      <p:sp>
        <p:nvSpPr>
          <p:cNvPr id="561" name="Google Shape;561;p64"/>
          <p:cNvSpPr/>
          <p:nvPr/>
        </p:nvSpPr>
        <p:spPr>
          <a:xfrm>
            <a:off x="4567500" y="0"/>
            <a:ext cx="4576500" cy="5143500"/>
          </a:xfrm>
          <a:prstGeom prst="rect">
            <a:avLst/>
          </a:prstGeom>
          <a:solidFill>
            <a:srgbClr val="1E1A34"/>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IBM Plex Sans"/>
              <a:buNone/>
            </a:pPr>
            <a:r>
              <a:t/>
            </a:r>
            <a:endParaRPr sz="1400">
              <a:solidFill>
                <a:schemeClr val="dk1"/>
              </a:solidFill>
              <a:latin typeface="IBM Plex Sans"/>
              <a:ea typeface="IBM Plex Sans"/>
              <a:cs typeface="IBM Plex Sans"/>
              <a:sym typeface="IBM Plex Sans"/>
            </a:endParaRPr>
          </a:p>
        </p:txBody>
      </p:sp>
      <p:sp>
        <p:nvSpPr>
          <p:cNvPr id="562" name="Google Shape;562;p64"/>
          <p:cNvSpPr txBox="1"/>
          <p:nvPr>
            <p:ph type="title"/>
          </p:nvPr>
        </p:nvSpPr>
        <p:spPr>
          <a:xfrm>
            <a:off x="342900" y="0"/>
            <a:ext cx="3881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3" name="Google Shape;563;p64"/>
          <p:cNvSpPr txBox="1"/>
          <p:nvPr>
            <p:ph idx="1" type="body"/>
          </p:nvPr>
        </p:nvSpPr>
        <p:spPr>
          <a:xfrm>
            <a:off x="342900" y="685800"/>
            <a:ext cx="3881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None/>
              <a:defRPr sz="15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4" name="Google Shape;564;p64"/>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65" name="Google Shape;565;p64"/>
          <p:cNvGrpSpPr/>
          <p:nvPr/>
        </p:nvGrpSpPr>
        <p:grpSpPr>
          <a:xfrm>
            <a:off x="8712720" y="4727428"/>
            <a:ext cx="260015" cy="327279"/>
            <a:chOff x="4581525" y="1524000"/>
            <a:chExt cx="3026949" cy="3809999"/>
          </a:xfrm>
        </p:grpSpPr>
        <p:sp>
          <p:nvSpPr>
            <p:cNvPr id="566" name="Google Shape;566;p64"/>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67" name="Google Shape;567;p64"/>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568" name="Google Shape;568;p64"/>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1278">
          <p15:clr>
            <a:srgbClr val="FBAE40"/>
          </p15:clr>
        </p15:guide>
        <p15:guide id="2" orient="horz" pos="5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50/50_2">
  <p:cSld name="1_50/50_2">
    <p:bg>
      <p:bgPr>
        <a:solidFill>
          <a:schemeClr val="lt1"/>
        </a:solidFill>
      </p:bgPr>
    </p:bg>
    <p:spTree>
      <p:nvGrpSpPr>
        <p:cNvPr id="569" name="Shape 569"/>
        <p:cNvGrpSpPr/>
        <p:nvPr/>
      </p:nvGrpSpPr>
      <p:grpSpPr>
        <a:xfrm>
          <a:off x="0" y="0"/>
          <a:ext cx="0" cy="0"/>
          <a:chOff x="0" y="0"/>
          <a:chExt cx="0" cy="0"/>
        </a:xfrm>
      </p:grpSpPr>
      <p:sp>
        <p:nvSpPr>
          <p:cNvPr id="570" name="Google Shape;570;p65"/>
          <p:cNvSpPr/>
          <p:nvPr/>
        </p:nvSpPr>
        <p:spPr>
          <a:xfrm>
            <a:off x="0" y="0"/>
            <a:ext cx="4576500" cy="5143500"/>
          </a:xfrm>
          <a:prstGeom prst="rect">
            <a:avLst/>
          </a:prstGeom>
          <a:solidFill>
            <a:srgbClr val="1E1A34"/>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IBM Plex Sans"/>
              <a:buNone/>
            </a:pPr>
            <a:r>
              <a:t/>
            </a:r>
            <a:endParaRPr sz="1400">
              <a:solidFill>
                <a:schemeClr val="dk1"/>
              </a:solidFill>
              <a:latin typeface="IBM Plex Sans"/>
              <a:ea typeface="IBM Plex Sans"/>
              <a:cs typeface="IBM Plex Sans"/>
              <a:sym typeface="IBM Plex Sans"/>
            </a:endParaRPr>
          </a:p>
        </p:txBody>
      </p:sp>
      <p:sp>
        <p:nvSpPr>
          <p:cNvPr id="571" name="Google Shape;571;p65"/>
          <p:cNvSpPr txBox="1"/>
          <p:nvPr>
            <p:ph type="title"/>
          </p:nvPr>
        </p:nvSpPr>
        <p:spPr>
          <a:xfrm>
            <a:off x="4751606" y="0"/>
            <a:ext cx="38817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72" name="Google Shape;572;p65"/>
          <p:cNvSpPr txBox="1"/>
          <p:nvPr>
            <p:ph idx="1" type="body"/>
          </p:nvPr>
        </p:nvSpPr>
        <p:spPr>
          <a:xfrm>
            <a:off x="4751606" y="685800"/>
            <a:ext cx="38817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400"/>
              <a:buNone/>
              <a:defRPr sz="1400"/>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3" name="Google Shape;573;p65"/>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574" name="Google Shape;574;p65"/>
          <p:cNvGrpSpPr/>
          <p:nvPr/>
        </p:nvGrpSpPr>
        <p:grpSpPr>
          <a:xfrm>
            <a:off x="8712720" y="4727428"/>
            <a:ext cx="260015" cy="327279"/>
            <a:chOff x="4581525" y="1524000"/>
            <a:chExt cx="3026949" cy="3809999"/>
          </a:xfrm>
        </p:grpSpPr>
        <p:sp>
          <p:nvSpPr>
            <p:cNvPr id="575" name="Google Shape;575;p65"/>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76" name="Google Shape;576;p65"/>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577" name="Google Shape;577;p65"/>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1278">
          <p15:clr>
            <a:srgbClr val="FBAE40"/>
          </p15:clr>
        </p15:guide>
        <p15:guide id="2" orient="horz" pos="5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tatement and right image">
  <p:cSld name="1_Statement and right image">
    <p:bg>
      <p:bgPr>
        <a:solidFill>
          <a:schemeClr val="dk2"/>
        </a:solidFill>
      </p:bgPr>
    </p:bg>
    <p:spTree>
      <p:nvGrpSpPr>
        <p:cNvPr id="578" name="Shape 578"/>
        <p:cNvGrpSpPr/>
        <p:nvPr/>
      </p:nvGrpSpPr>
      <p:grpSpPr>
        <a:xfrm>
          <a:off x="0" y="0"/>
          <a:ext cx="0" cy="0"/>
          <a:chOff x="0" y="0"/>
          <a:chExt cx="0" cy="0"/>
        </a:xfrm>
      </p:grpSpPr>
      <p:sp>
        <p:nvSpPr>
          <p:cNvPr id="579" name="Google Shape;579;p66"/>
          <p:cNvSpPr txBox="1"/>
          <p:nvPr>
            <p:ph type="ctrTitle"/>
          </p:nvPr>
        </p:nvSpPr>
        <p:spPr>
          <a:xfrm>
            <a:off x="0" y="1988820"/>
            <a:ext cx="4572000" cy="1790700"/>
          </a:xfrm>
          <a:prstGeom prst="rect">
            <a:avLst/>
          </a:prstGeom>
          <a:noFill/>
          <a:ln>
            <a:noFill/>
          </a:ln>
        </p:spPr>
        <p:txBody>
          <a:bodyPr anchorCtr="0" anchor="t" bIns="34275" lIns="548625" spcFirstLastPara="1" rIns="548625" wrap="square" tIns="274325">
            <a:noAutofit/>
          </a:bodyPr>
          <a:lstStyle>
            <a:lvl1pPr lvl="0" algn="ctr">
              <a:lnSpc>
                <a:spcPct val="130000"/>
              </a:lnSpc>
              <a:spcBef>
                <a:spcPts val="0"/>
              </a:spcBef>
              <a:spcAft>
                <a:spcPts val="0"/>
              </a:spcAft>
              <a:buClr>
                <a:schemeClr val="lt1"/>
              </a:buClr>
              <a:buSzPts val="1400"/>
              <a:buFont typeface="IBM Plex Mono Light"/>
              <a:buNone/>
              <a:defRPr i="1" sz="1400">
                <a:solidFill>
                  <a:schemeClr val="lt1"/>
                </a:solidFill>
                <a:latin typeface="IBM Plex Mono Light"/>
                <a:ea typeface="IBM Plex Mono Light"/>
                <a:cs typeface="IBM Plex Mono Light"/>
                <a:sym typeface="IBM Plex Mono Light"/>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0" name="Google Shape;580;p66"/>
          <p:cNvSpPr/>
          <p:nvPr>
            <p:ph idx="2" type="pic"/>
          </p:nvPr>
        </p:nvSpPr>
        <p:spPr>
          <a:xfrm>
            <a:off x="4572000" y="-1"/>
            <a:ext cx="4572000" cy="5143500"/>
          </a:xfrm>
          <a:prstGeom prst="rect">
            <a:avLst/>
          </a:prstGeom>
          <a:noFill/>
          <a:ln>
            <a:noFill/>
          </a:ln>
        </p:spPr>
      </p:sp>
      <p:sp>
        <p:nvSpPr>
          <p:cNvPr id="581" name="Google Shape;581;p66"/>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eader paragraph and right image">
  <p:cSld name="2_Header paragraph and right image">
    <p:bg>
      <p:bgPr>
        <a:solidFill>
          <a:schemeClr val="dk2"/>
        </a:solidFill>
      </p:bgPr>
    </p:bg>
    <p:spTree>
      <p:nvGrpSpPr>
        <p:cNvPr id="582" name="Shape 582"/>
        <p:cNvGrpSpPr/>
        <p:nvPr/>
      </p:nvGrpSpPr>
      <p:grpSpPr>
        <a:xfrm>
          <a:off x="0" y="0"/>
          <a:ext cx="0" cy="0"/>
          <a:chOff x="0" y="0"/>
          <a:chExt cx="0" cy="0"/>
        </a:xfrm>
      </p:grpSpPr>
      <p:sp>
        <p:nvSpPr>
          <p:cNvPr id="583" name="Google Shape;583;p67"/>
          <p:cNvSpPr txBox="1"/>
          <p:nvPr>
            <p:ph type="ctrTitle"/>
          </p:nvPr>
        </p:nvSpPr>
        <p:spPr>
          <a:xfrm>
            <a:off x="700088" y="1988820"/>
            <a:ext cx="3703200" cy="17907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lt1"/>
              </a:buClr>
              <a:buSzPts val="1500"/>
              <a:buFont typeface="IBM Plex Sans"/>
              <a:buNone/>
              <a:defRPr i="0" sz="1500">
                <a:solidFill>
                  <a:schemeClr val="lt1"/>
                </a:solidFill>
                <a:latin typeface="IBM Plex Sans"/>
                <a:ea typeface="IBM Plex Sans"/>
                <a:cs typeface="IBM Plex Sans"/>
                <a:sym typeface="IBM Plex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4" name="Google Shape;584;p67"/>
          <p:cNvSpPr/>
          <p:nvPr>
            <p:ph idx="2" type="pic"/>
          </p:nvPr>
        </p:nvSpPr>
        <p:spPr>
          <a:xfrm>
            <a:off x="4572000" y="-1"/>
            <a:ext cx="4572000" cy="5143500"/>
          </a:xfrm>
          <a:prstGeom prst="rect">
            <a:avLst/>
          </a:prstGeom>
          <a:noFill/>
          <a:ln>
            <a:noFill/>
          </a:ln>
        </p:spPr>
      </p:sp>
      <p:sp>
        <p:nvSpPr>
          <p:cNvPr id="585" name="Google Shape;585;p67"/>
          <p:cNvSpPr txBox="1"/>
          <p:nvPr>
            <p:ph idx="1" type="body"/>
          </p:nvPr>
        </p:nvSpPr>
        <p:spPr>
          <a:xfrm>
            <a:off x="700088" y="1564481"/>
            <a:ext cx="23790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Font typeface="IBM Plex Sans SemiBold"/>
              <a:buNone/>
              <a:defRPr>
                <a:solidFill>
                  <a:schemeClr val="accen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6" name="Google Shape;586;p67"/>
          <p:cNvSpPr txBox="1"/>
          <p:nvPr>
            <p:ph idx="3" type="body"/>
          </p:nvPr>
        </p:nvSpPr>
        <p:spPr>
          <a:xfrm>
            <a:off x="342900" y="0"/>
            <a:ext cx="5286300" cy="822900"/>
          </a:xfrm>
          <a:prstGeom prst="rect">
            <a:avLst/>
          </a:prstGeom>
          <a:noFill/>
          <a:ln>
            <a:noFill/>
          </a:ln>
        </p:spPr>
        <p:txBody>
          <a:bodyPr anchorCtr="0" anchor="t" bIns="34275" lIns="68575" spcFirstLastPara="1" rIns="68575" wrap="square" tIns="274325">
            <a:noAutofit/>
          </a:bodyPr>
          <a:lstStyle>
            <a:lvl1pPr indent="-228600" lvl="0" marL="457200" algn="l">
              <a:lnSpc>
                <a:spcPct val="90000"/>
              </a:lnSpc>
              <a:spcBef>
                <a:spcPts val="800"/>
              </a:spcBef>
              <a:spcAft>
                <a:spcPts val="0"/>
              </a:spcAft>
              <a:buClr>
                <a:schemeClr val="lt1"/>
              </a:buClr>
              <a:buSzPts val="2100"/>
              <a:buNone/>
              <a:defRPr sz="2100">
                <a:solidFill>
                  <a:schemeClr val="l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7" name="Google Shape;587;p67"/>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left and over right image">
  <p:cSld name="1_Text left and over right image">
    <p:bg>
      <p:bgPr>
        <a:solidFill>
          <a:schemeClr val="dk2"/>
        </a:solidFill>
      </p:bgPr>
    </p:bg>
    <p:spTree>
      <p:nvGrpSpPr>
        <p:cNvPr id="588" name="Shape 588"/>
        <p:cNvGrpSpPr/>
        <p:nvPr/>
      </p:nvGrpSpPr>
      <p:grpSpPr>
        <a:xfrm>
          <a:off x="0" y="0"/>
          <a:ext cx="0" cy="0"/>
          <a:chOff x="0" y="0"/>
          <a:chExt cx="0" cy="0"/>
        </a:xfrm>
      </p:grpSpPr>
      <p:sp>
        <p:nvSpPr>
          <p:cNvPr id="589" name="Google Shape;589;p68"/>
          <p:cNvSpPr txBox="1"/>
          <p:nvPr>
            <p:ph type="ctrTitle"/>
          </p:nvPr>
        </p:nvSpPr>
        <p:spPr>
          <a:xfrm>
            <a:off x="685800" y="2400300"/>
            <a:ext cx="3871800" cy="17907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lt1"/>
              </a:buClr>
              <a:buSzPts val="1500"/>
              <a:buFont typeface="IBM Plex Sans SemiBold"/>
              <a:buNone/>
              <a:defRPr i="0" sz="1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0" name="Google Shape;590;p68"/>
          <p:cNvSpPr/>
          <p:nvPr>
            <p:ph idx="2" type="pic"/>
          </p:nvPr>
        </p:nvSpPr>
        <p:spPr>
          <a:xfrm>
            <a:off x="4572000" y="-1"/>
            <a:ext cx="4572000" cy="5143500"/>
          </a:xfrm>
          <a:prstGeom prst="rect">
            <a:avLst/>
          </a:prstGeom>
          <a:noFill/>
          <a:ln>
            <a:noFill/>
          </a:ln>
        </p:spPr>
      </p:sp>
      <p:sp>
        <p:nvSpPr>
          <p:cNvPr id="591" name="Google Shape;591;p68"/>
          <p:cNvSpPr txBox="1"/>
          <p:nvPr>
            <p:ph idx="1" type="body"/>
          </p:nvPr>
        </p:nvSpPr>
        <p:spPr>
          <a:xfrm>
            <a:off x="5507830" y="662092"/>
            <a:ext cx="2707500" cy="685800"/>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accent1"/>
              </a:buClr>
              <a:buSzPts val="1500"/>
              <a:buFont typeface="IBM Plex Sans SemiBold"/>
              <a:buNone/>
              <a:defRPr>
                <a:solidFill>
                  <a:schemeClr val="accen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2" name="Google Shape;592;p68"/>
          <p:cNvSpPr txBox="1"/>
          <p:nvPr>
            <p:ph idx="3" type="body"/>
          </p:nvPr>
        </p:nvSpPr>
        <p:spPr>
          <a:xfrm>
            <a:off x="685800" y="754380"/>
            <a:ext cx="3840600" cy="1714500"/>
          </a:xfrm>
          <a:prstGeom prst="rect">
            <a:avLst/>
          </a:prstGeom>
          <a:noFill/>
          <a:ln>
            <a:noFill/>
          </a:ln>
        </p:spPr>
        <p:txBody>
          <a:bodyPr anchorCtr="0" anchor="t" bIns="34275" lIns="68575" spcFirstLastPara="1" rIns="68575" wrap="square" tIns="274325">
            <a:noAutofit/>
          </a:bodyPr>
          <a:lstStyle>
            <a:lvl1pPr indent="-228600" lvl="0" marL="457200" algn="l">
              <a:lnSpc>
                <a:spcPct val="110000"/>
              </a:lnSpc>
              <a:spcBef>
                <a:spcPts val="800"/>
              </a:spcBef>
              <a:spcAft>
                <a:spcPts val="0"/>
              </a:spcAft>
              <a:buClr>
                <a:schemeClr val="lt1"/>
              </a:buClr>
              <a:buSzPts val="2300"/>
              <a:buNone/>
              <a:defRPr sz="2300">
                <a:solidFill>
                  <a:schemeClr val="l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3" name="Google Shape;593;p68"/>
          <p:cNvSpPr txBox="1"/>
          <p:nvPr>
            <p:ph idx="4" type="body"/>
          </p:nvPr>
        </p:nvSpPr>
        <p:spPr>
          <a:xfrm>
            <a:off x="5143500" y="1234440"/>
            <a:ext cx="3291900" cy="3291900"/>
          </a:xfrm>
          <a:prstGeom prst="rect">
            <a:avLst/>
          </a:prstGeom>
          <a:noFill/>
          <a:ln>
            <a:noFill/>
          </a:ln>
        </p:spPr>
        <p:txBody>
          <a:bodyPr anchorCtr="0" anchor="t" bIns="34275" lIns="68575" spcFirstLastPara="1" rIns="68575" wrap="square" tIns="34275">
            <a:noAutofit/>
          </a:bodyPr>
          <a:lstStyle>
            <a:lvl1pPr indent="-228600" lvl="0" marL="457200" algn="l">
              <a:lnSpc>
                <a:spcPct val="110000"/>
              </a:lnSpc>
              <a:spcBef>
                <a:spcPts val="0"/>
              </a:spcBef>
              <a:spcAft>
                <a:spcPts val="0"/>
              </a:spcAft>
              <a:buClr>
                <a:schemeClr val="lt1"/>
              </a:buClr>
              <a:buSzPts val="1400"/>
              <a:buNone/>
              <a:defRPr sz="1400">
                <a:solidFill>
                  <a:schemeClr val="lt1"/>
                </a:solidFill>
              </a:defRPr>
            </a:lvl1pPr>
            <a:lvl2pPr indent="-317500" lvl="1" marL="914400" algn="l">
              <a:lnSpc>
                <a:spcPct val="90000"/>
              </a:lnSpc>
              <a:spcBef>
                <a:spcPts val="400"/>
              </a:spcBef>
              <a:spcAft>
                <a:spcPts val="0"/>
              </a:spcAft>
              <a:buClr>
                <a:schemeClr val="lt1"/>
              </a:buClr>
              <a:buSzPts val="1400"/>
              <a:buChar char="+"/>
              <a:defRPr>
                <a:solidFill>
                  <a:schemeClr val="lt1"/>
                </a:solidFill>
              </a:defRPr>
            </a:lvl2pPr>
            <a:lvl3pPr indent="-304800" lvl="2" marL="1371600" algn="l">
              <a:lnSpc>
                <a:spcPct val="90000"/>
              </a:lnSpc>
              <a:spcBef>
                <a:spcPts val="400"/>
              </a:spcBef>
              <a:spcAft>
                <a:spcPts val="0"/>
              </a:spcAft>
              <a:buClr>
                <a:schemeClr val="lt1"/>
              </a:buClr>
              <a:buSzPts val="1200"/>
              <a:buChar char="+"/>
              <a:defRPr>
                <a:solidFill>
                  <a:schemeClr val="lt1"/>
                </a:solidFill>
              </a:defRPr>
            </a:lvl3pPr>
            <a:lvl4pPr indent="-298450" lvl="3" marL="1828800" algn="l">
              <a:lnSpc>
                <a:spcPct val="90000"/>
              </a:lnSpc>
              <a:spcBef>
                <a:spcPts val="400"/>
              </a:spcBef>
              <a:spcAft>
                <a:spcPts val="0"/>
              </a:spcAft>
              <a:buClr>
                <a:schemeClr val="lt1"/>
              </a:buClr>
              <a:buSzPts val="1100"/>
              <a:buChar char="+"/>
              <a:defRPr>
                <a:solidFill>
                  <a:schemeClr val="lt1"/>
                </a:solidFill>
              </a:defRPr>
            </a:lvl4pPr>
            <a:lvl5pPr indent="-298450" lvl="4" marL="2286000" algn="l">
              <a:lnSpc>
                <a:spcPct val="90000"/>
              </a:lnSpc>
              <a:spcBef>
                <a:spcPts val="400"/>
              </a:spcBef>
              <a:spcAft>
                <a:spcPts val="0"/>
              </a:spcAft>
              <a:buClr>
                <a:schemeClr val="lt1"/>
              </a:buClr>
              <a:buSzPts val="11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4" name="Google Shape;594;p68"/>
          <p:cNvSpPr/>
          <p:nvPr/>
        </p:nvSpPr>
        <p:spPr>
          <a:xfrm>
            <a:off x="6244352" y="913976"/>
            <a:ext cx="1233482" cy="68715"/>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595" name="Google Shape;595;p68"/>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 1">
  <p:cSld name="1_Case Study 1">
    <p:spTree>
      <p:nvGrpSpPr>
        <p:cNvPr id="596" name="Shape 596"/>
        <p:cNvGrpSpPr/>
        <p:nvPr/>
      </p:nvGrpSpPr>
      <p:grpSpPr>
        <a:xfrm>
          <a:off x="0" y="0"/>
          <a:ext cx="0" cy="0"/>
          <a:chOff x="0" y="0"/>
          <a:chExt cx="0" cy="0"/>
        </a:xfrm>
      </p:grpSpPr>
      <p:sp>
        <p:nvSpPr>
          <p:cNvPr id="597" name="Google Shape;597;p69"/>
          <p:cNvSpPr txBox="1"/>
          <p:nvPr>
            <p:ph type="title"/>
          </p:nvPr>
        </p:nvSpPr>
        <p:spPr>
          <a:xfrm>
            <a:off x="342900" y="0"/>
            <a:ext cx="9144000" cy="9942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dk2"/>
              </a:buClr>
              <a:buSzPts val="1800"/>
              <a:buFont typeface="IBM Plex Sans SemiBold"/>
              <a:buNone/>
              <a:defRPr sz="1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8" name="Google Shape;598;p69"/>
          <p:cNvSpPr txBox="1"/>
          <p:nvPr>
            <p:ph idx="1" type="body"/>
          </p:nvPr>
        </p:nvSpPr>
        <p:spPr>
          <a:xfrm>
            <a:off x="1028700" y="1369219"/>
            <a:ext cx="7190400" cy="102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Font typeface="IBM Plex Sans"/>
              <a:buNone/>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9" name="Google Shape;599;p69"/>
          <p:cNvSpPr txBox="1"/>
          <p:nvPr>
            <p:ph idx="2" type="body"/>
          </p:nvPr>
        </p:nvSpPr>
        <p:spPr>
          <a:xfrm>
            <a:off x="1028700" y="2430065"/>
            <a:ext cx="7190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0" name="Google Shape;600;p69"/>
          <p:cNvSpPr txBox="1"/>
          <p:nvPr>
            <p:ph idx="3" type="body"/>
          </p:nvPr>
        </p:nvSpPr>
        <p:spPr>
          <a:xfrm>
            <a:off x="1028700" y="3490912"/>
            <a:ext cx="7190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1" name="Google Shape;601;p69"/>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 2">
  <p:cSld name="1_Case Study 2">
    <p:spTree>
      <p:nvGrpSpPr>
        <p:cNvPr id="602" name="Shape 602"/>
        <p:cNvGrpSpPr/>
        <p:nvPr/>
      </p:nvGrpSpPr>
      <p:grpSpPr>
        <a:xfrm>
          <a:off x="0" y="0"/>
          <a:ext cx="0" cy="0"/>
          <a:chOff x="0" y="0"/>
          <a:chExt cx="0" cy="0"/>
        </a:xfrm>
      </p:grpSpPr>
      <p:sp>
        <p:nvSpPr>
          <p:cNvPr id="603" name="Google Shape;603;p70"/>
          <p:cNvSpPr txBox="1"/>
          <p:nvPr>
            <p:ph type="title"/>
          </p:nvPr>
        </p:nvSpPr>
        <p:spPr>
          <a:xfrm>
            <a:off x="3118585" y="0"/>
            <a:ext cx="6011400" cy="994200"/>
          </a:xfrm>
          <a:prstGeom prst="rect">
            <a:avLst/>
          </a:prstGeom>
          <a:noFill/>
          <a:ln>
            <a:noFill/>
          </a:ln>
        </p:spPr>
        <p:txBody>
          <a:bodyPr anchorCtr="0" anchor="t" bIns="34275" lIns="68575" spcFirstLastPara="1" rIns="0" wrap="square" tIns="274325">
            <a:noAutofit/>
          </a:bodyPr>
          <a:lstStyle>
            <a:lvl1pPr lvl="0" algn="l">
              <a:lnSpc>
                <a:spcPct val="90000"/>
              </a:lnSpc>
              <a:spcBef>
                <a:spcPts val="0"/>
              </a:spcBef>
              <a:spcAft>
                <a:spcPts val="0"/>
              </a:spcAft>
              <a:buClr>
                <a:schemeClr val="dk2"/>
              </a:buClr>
              <a:buSzPts val="1800"/>
              <a:buFont typeface="IBM Plex Sans SemiBold"/>
              <a:buNone/>
              <a:defRPr sz="1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4" name="Google Shape;604;p70"/>
          <p:cNvSpPr txBox="1"/>
          <p:nvPr>
            <p:ph idx="1" type="body"/>
          </p:nvPr>
        </p:nvSpPr>
        <p:spPr>
          <a:xfrm>
            <a:off x="3118585" y="1369219"/>
            <a:ext cx="6011400" cy="102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500"/>
              <a:buFont typeface="IBM Plex Sans"/>
              <a:buNone/>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5" name="Google Shape;605;p70"/>
          <p:cNvSpPr txBox="1"/>
          <p:nvPr>
            <p:ph idx="2" type="body"/>
          </p:nvPr>
        </p:nvSpPr>
        <p:spPr>
          <a:xfrm>
            <a:off x="3118585" y="2430065"/>
            <a:ext cx="6011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dk1"/>
              </a:buClr>
              <a:buSzPts val="1200"/>
              <a:buChar char="+"/>
              <a:defRPr sz="1200">
                <a:solidFill>
                  <a:schemeClr val="dk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dk1"/>
              </a:buClr>
              <a:buSzPts val="1100"/>
              <a:buChar char="+"/>
              <a:defRPr sz="1100">
                <a:solidFill>
                  <a:schemeClr val="dk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6" name="Google Shape;606;p70"/>
          <p:cNvSpPr txBox="1"/>
          <p:nvPr>
            <p:ph idx="3" type="body"/>
          </p:nvPr>
        </p:nvSpPr>
        <p:spPr>
          <a:xfrm>
            <a:off x="3118585" y="3490912"/>
            <a:ext cx="6011400" cy="1028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2"/>
              </a:buClr>
              <a:buSzPts val="1500"/>
              <a:buChar char="+"/>
              <a:defRPr sz="1500">
                <a:solidFill>
                  <a:schemeClr val="dk2"/>
                </a:solidFill>
                <a:latin typeface="IBM Plex Sans"/>
                <a:ea typeface="IBM Plex Sans"/>
                <a:cs typeface="IBM Plex Sans"/>
                <a:sym typeface="IBM Plex Sans"/>
              </a:defRPr>
            </a:lvl1pPr>
            <a:lvl2pPr indent="-285750" lvl="1" marL="914400" algn="l">
              <a:lnSpc>
                <a:spcPct val="90000"/>
              </a:lnSpc>
              <a:spcBef>
                <a:spcPts val="400"/>
              </a:spcBef>
              <a:spcAft>
                <a:spcPts val="0"/>
              </a:spcAft>
              <a:buClr>
                <a:schemeClr val="dk1"/>
              </a:buClr>
              <a:buSzPts val="900"/>
              <a:buChar char="+"/>
              <a:defRPr sz="900">
                <a:solidFill>
                  <a:schemeClr val="dk1"/>
                </a:solidFill>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7" name="Google Shape;607;p70"/>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US image" showMasterSp="0">
  <p:cSld name="PLUS image">
    <p:bg>
      <p:bgPr>
        <a:solidFill>
          <a:schemeClr val="dk2"/>
        </a:solidFill>
      </p:bgPr>
    </p:bg>
    <p:spTree>
      <p:nvGrpSpPr>
        <p:cNvPr id="608" name="Shape 608"/>
        <p:cNvGrpSpPr/>
        <p:nvPr/>
      </p:nvGrpSpPr>
      <p:grpSpPr>
        <a:xfrm>
          <a:off x="0" y="0"/>
          <a:ext cx="0" cy="0"/>
          <a:chOff x="0" y="0"/>
          <a:chExt cx="0" cy="0"/>
        </a:xfrm>
      </p:grpSpPr>
      <p:sp>
        <p:nvSpPr>
          <p:cNvPr id="609" name="Google Shape;609;p71"/>
          <p:cNvSpPr/>
          <p:nvPr>
            <p:ph idx="2" type="pic"/>
          </p:nvPr>
        </p:nvSpPr>
        <p:spPr>
          <a:xfrm>
            <a:off x="-369090" y="931271"/>
            <a:ext cx="4835100" cy="4835100"/>
          </a:xfrm>
          <a:prstGeom prst="plus">
            <a:avLst>
              <a:gd fmla="val 32092" name="adj"/>
            </a:avLst>
          </a:prstGeom>
          <a:solidFill>
            <a:srgbClr val="F2F2F2"/>
          </a:solidFill>
          <a:ln>
            <a:noFill/>
          </a:ln>
        </p:spPr>
      </p:sp>
      <p:sp>
        <p:nvSpPr>
          <p:cNvPr id="610" name="Google Shape;610;p71"/>
          <p:cNvSpPr txBox="1"/>
          <p:nvPr/>
        </p:nvSpPr>
        <p:spPr>
          <a:xfrm>
            <a:off x="107153" y="4856730"/>
            <a:ext cx="1762800" cy="25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t>
            </a:r>
            <a:r>
              <a:rPr b="1" i="0" lang="en" sz="600" u="none" cap="none" strike="noStrike">
                <a:solidFill>
                  <a:srgbClr val="A5A5A5"/>
                </a:solidFill>
                <a:latin typeface="IBM Plex Sans"/>
                <a:ea typeface="IBM Plex Sans"/>
                <a:cs typeface="IBM Plex Sans"/>
                <a:sym typeface="IBM Plex Sans"/>
              </a:rPr>
              <a:t>ASSEMBLY </a:t>
            </a:r>
            <a:r>
              <a:rPr b="0" i="0" lang="en" sz="600" u="none" cap="none" strike="noStrike">
                <a:solidFill>
                  <a:srgbClr val="A5A5A5"/>
                </a:solidFill>
                <a:latin typeface="IBM Plex Sans"/>
                <a:ea typeface="IBM Plex Sans"/>
                <a:cs typeface="IBM Plex Sans"/>
                <a:sym typeface="IBM Plex Sans"/>
              </a:rPr>
              <a:t>PROPRIETARY &amp; CONFIDENTIAL</a:t>
            </a:r>
            <a:endParaRPr sz="1100"/>
          </a:p>
        </p:txBody>
      </p:sp>
      <p:pic>
        <p:nvPicPr>
          <p:cNvPr descr="A picture containing text, clock, clipart&#10;&#10;Description automatically generated" id="611" name="Google Shape;611;p71"/>
          <p:cNvPicPr preferRelativeResize="0"/>
          <p:nvPr/>
        </p:nvPicPr>
        <p:blipFill rotWithShape="1">
          <a:blip r:embed="rId2">
            <a:alphaModFix/>
          </a:blip>
          <a:srcRect b="0" l="0" r="0" t="0"/>
          <a:stretch/>
        </p:blipFill>
        <p:spPr>
          <a:xfrm>
            <a:off x="6889389" y="4556180"/>
            <a:ext cx="1878806" cy="381342"/>
          </a:xfrm>
          <a:prstGeom prst="rect">
            <a:avLst/>
          </a:prstGeom>
          <a:noFill/>
          <a:ln>
            <a:noFill/>
          </a:ln>
        </p:spPr>
      </p:pic>
      <p:sp>
        <p:nvSpPr>
          <p:cNvPr id="612" name="Google Shape;612;p71"/>
          <p:cNvSpPr/>
          <p:nvPr/>
        </p:nvSpPr>
        <p:spPr>
          <a:xfrm>
            <a:off x="8625224" y="-4019153"/>
            <a:ext cx="6202742" cy="9786101"/>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613" name="Google Shape;613;p71"/>
          <p:cNvSpPr txBox="1"/>
          <p:nvPr>
            <p:ph type="ctrTitle"/>
          </p:nvPr>
        </p:nvSpPr>
        <p:spPr>
          <a:xfrm>
            <a:off x="3137484" y="1113235"/>
            <a:ext cx="4863600" cy="1790700"/>
          </a:xfrm>
          <a:prstGeom prst="rect">
            <a:avLst/>
          </a:prstGeom>
          <a:noFill/>
          <a:ln>
            <a:noFill/>
          </a:ln>
        </p:spPr>
        <p:txBody>
          <a:bodyPr anchorCtr="0" anchor="b" bIns="34275" lIns="68575" spcFirstLastPara="1" rIns="68575" wrap="square" tIns="274325">
            <a:noAutofit/>
          </a:bodyPr>
          <a:lstStyle>
            <a:lvl1pPr lvl="0" algn="l">
              <a:lnSpc>
                <a:spcPct val="90000"/>
              </a:lnSpc>
              <a:spcBef>
                <a:spcPts val="0"/>
              </a:spcBef>
              <a:spcAft>
                <a:spcPts val="0"/>
              </a:spcAft>
              <a:buClr>
                <a:schemeClr val="lt1"/>
              </a:buClr>
              <a:buSzPts val="4500"/>
              <a:buFont typeface="IBM Plex Sans SemiBold"/>
              <a:buNone/>
              <a:defRPr sz="4500">
                <a:solidFill>
                  <a:schemeClr val="lt1"/>
                </a:solidFill>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4" name="Google Shape;614;p71"/>
          <p:cNvSpPr txBox="1"/>
          <p:nvPr>
            <p:ph idx="1" type="subTitle"/>
          </p:nvPr>
        </p:nvSpPr>
        <p:spPr>
          <a:xfrm>
            <a:off x="3137484" y="2880360"/>
            <a:ext cx="4863600" cy="1241700"/>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15" name="Google Shape;615;p71"/>
          <p:cNvSpPr/>
          <p:nvPr/>
        </p:nvSpPr>
        <p:spPr>
          <a:xfrm>
            <a:off x="-369091" y="7464504"/>
            <a:ext cx="10473244" cy="1698248"/>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eft chart right text">
  <p:cSld name="2_left chart right text">
    <p:spTree>
      <p:nvGrpSpPr>
        <p:cNvPr id="616" name="Shape 616"/>
        <p:cNvGrpSpPr/>
        <p:nvPr/>
      </p:nvGrpSpPr>
      <p:grpSpPr>
        <a:xfrm>
          <a:off x="0" y="0"/>
          <a:ext cx="0" cy="0"/>
          <a:chOff x="0" y="0"/>
          <a:chExt cx="0" cy="0"/>
        </a:xfrm>
      </p:grpSpPr>
      <p:sp>
        <p:nvSpPr>
          <p:cNvPr id="617" name="Google Shape;617;p72"/>
          <p:cNvSpPr/>
          <p:nvPr/>
        </p:nvSpPr>
        <p:spPr>
          <a:xfrm>
            <a:off x="5481318" y="0"/>
            <a:ext cx="36627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618" name="Google Shape;618;p72"/>
          <p:cNvSpPr txBox="1"/>
          <p:nvPr>
            <p:ph type="title"/>
          </p:nvPr>
        </p:nvSpPr>
        <p:spPr>
          <a:xfrm>
            <a:off x="342900" y="0"/>
            <a:ext cx="47955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9" name="Google Shape;619;p72"/>
          <p:cNvSpPr txBox="1"/>
          <p:nvPr>
            <p:ph idx="1" type="body"/>
          </p:nvPr>
        </p:nvSpPr>
        <p:spPr>
          <a:xfrm>
            <a:off x="5993892" y="1831086"/>
            <a:ext cx="2521500" cy="2801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accent2"/>
              </a:buClr>
              <a:buSzPts val="1500"/>
              <a:buChar char="+"/>
              <a:defRPr sz="1500">
                <a:solidFill>
                  <a:schemeClr val="lt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lt1"/>
              </a:buClr>
              <a:buSzPts val="1400"/>
              <a:buChar char="+"/>
              <a:defRPr sz="1400">
                <a:solidFill>
                  <a:schemeClr val="lt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lt1"/>
              </a:buClr>
              <a:buSzPts val="1200"/>
              <a:buChar char="+"/>
              <a:defRPr sz="1200">
                <a:solidFill>
                  <a:schemeClr val="lt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0" name="Google Shape;620;p72"/>
          <p:cNvSpPr/>
          <p:nvPr>
            <p:ph idx="2" type="chart"/>
          </p:nvPr>
        </p:nvSpPr>
        <p:spPr>
          <a:xfrm>
            <a:off x="771524" y="1097280"/>
            <a:ext cx="4190700" cy="35040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2"/>
              </a:buClr>
              <a:buSzPts val="1500"/>
              <a:buFont typeface="IBM Plex Sans"/>
              <a:buChar char="+"/>
              <a:defRPr b="0" i="0" sz="1500" u="none" cap="none" strike="noStrike">
                <a:solidFill>
                  <a:schemeClr val="dk2"/>
                </a:solidFill>
                <a:latin typeface="IBM Plex Sans"/>
                <a:ea typeface="IBM Plex Sans"/>
                <a:cs typeface="IBM Plex Sans"/>
                <a:sym typeface="IBM Plex Sans"/>
              </a:defRPr>
            </a:lvl1pPr>
            <a:lvl2pPr lvl="1" marR="0" rtl="0" algn="l">
              <a:lnSpc>
                <a:spcPct val="90000"/>
              </a:lnSpc>
              <a:spcBef>
                <a:spcPts val="400"/>
              </a:spcBef>
              <a:spcAft>
                <a:spcPts val="0"/>
              </a:spcAft>
              <a:buClr>
                <a:schemeClr val="dk2"/>
              </a:buClr>
              <a:buSzPts val="1400"/>
              <a:buFont typeface="IBM Plex Sans"/>
              <a:buChar char="+"/>
              <a:defRPr b="0" i="0" sz="1400" u="none" cap="none" strike="noStrike">
                <a:solidFill>
                  <a:schemeClr val="dk2"/>
                </a:solidFill>
                <a:latin typeface="IBM Plex Sans"/>
                <a:ea typeface="IBM Plex Sans"/>
                <a:cs typeface="IBM Plex Sans"/>
                <a:sym typeface="IBM Plex Sans"/>
              </a:defRPr>
            </a:lvl2pPr>
            <a:lvl3pPr lvl="2" marR="0" rtl="0" algn="l">
              <a:lnSpc>
                <a:spcPct val="90000"/>
              </a:lnSpc>
              <a:spcBef>
                <a:spcPts val="400"/>
              </a:spcBef>
              <a:spcAft>
                <a:spcPts val="0"/>
              </a:spcAft>
              <a:buClr>
                <a:schemeClr val="dk2"/>
              </a:buClr>
              <a:buSzPts val="1200"/>
              <a:buFont typeface="IBM Plex Sans"/>
              <a:buChar char="+"/>
              <a:defRPr b="0" i="0" sz="1200" u="none" cap="none" strike="noStrike">
                <a:solidFill>
                  <a:schemeClr val="dk2"/>
                </a:solidFill>
                <a:latin typeface="IBM Plex Sans"/>
                <a:ea typeface="IBM Plex Sans"/>
                <a:cs typeface="IBM Plex Sans"/>
                <a:sym typeface="IBM Plex Sans"/>
              </a:defRPr>
            </a:lvl3pPr>
            <a:lvl4pPr lvl="3"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4pPr>
            <a:lvl5pPr lvl="4"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9pPr>
          </a:lstStyle>
          <a:p/>
        </p:txBody>
      </p:sp>
      <p:sp>
        <p:nvSpPr>
          <p:cNvPr id="621" name="Google Shape;621;p72"/>
          <p:cNvSpPr txBox="1"/>
          <p:nvPr>
            <p:ph idx="3" type="body"/>
          </p:nvPr>
        </p:nvSpPr>
        <p:spPr>
          <a:xfrm>
            <a:off x="5993892" y="1529333"/>
            <a:ext cx="2631000" cy="685800"/>
          </a:xfrm>
          <a:prstGeom prst="rect">
            <a:avLst/>
          </a:prstGeom>
          <a:noFill/>
          <a:ln>
            <a:noFill/>
          </a:ln>
        </p:spPr>
        <p:txBody>
          <a:bodyPr anchorCtr="0" anchor="t" bIns="34275" lIns="260600"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a:solidFill>
                  <a:schemeClr val="accent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2" name="Google Shape;622;p72"/>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623" name="Google Shape;623;p72"/>
          <p:cNvGrpSpPr/>
          <p:nvPr/>
        </p:nvGrpSpPr>
        <p:grpSpPr>
          <a:xfrm>
            <a:off x="8712720" y="4727428"/>
            <a:ext cx="260015" cy="327279"/>
            <a:chOff x="4581525" y="1524000"/>
            <a:chExt cx="3026949" cy="3809999"/>
          </a:xfrm>
        </p:grpSpPr>
        <p:sp>
          <p:nvSpPr>
            <p:cNvPr id="624" name="Google Shape;624;p72"/>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25" name="Google Shape;625;p72"/>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626" name="Google Shape;626;p72"/>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394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text chart right ">
  <p:cSld name="left text chart right ">
    <p:spTree>
      <p:nvGrpSpPr>
        <p:cNvPr id="627" name="Shape 627"/>
        <p:cNvGrpSpPr/>
        <p:nvPr/>
      </p:nvGrpSpPr>
      <p:grpSpPr>
        <a:xfrm>
          <a:off x="0" y="0"/>
          <a:ext cx="0" cy="0"/>
          <a:chOff x="0" y="0"/>
          <a:chExt cx="0" cy="0"/>
        </a:xfrm>
      </p:grpSpPr>
      <p:sp>
        <p:nvSpPr>
          <p:cNvPr id="628" name="Google Shape;628;p73"/>
          <p:cNvSpPr/>
          <p:nvPr/>
        </p:nvSpPr>
        <p:spPr>
          <a:xfrm>
            <a:off x="8494" y="0"/>
            <a:ext cx="36627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IBM Plex Sans"/>
              <a:ea typeface="IBM Plex Sans"/>
              <a:cs typeface="IBM Plex Sans"/>
              <a:sym typeface="IBM Plex Sans"/>
            </a:endParaRPr>
          </a:p>
        </p:txBody>
      </p:sp>
      <p:sp>
        <p:nvSpPr>
          <p:cNvPr id="629" name="Google Shape;629;p73"/>
          <p:cNvSpPr txBox="1"/>
          <p:nvPr>
            <p:ph type="title"/>
          </p:nvPr>
        </p:nvSpPr>
        <p:spPr>
          <a:xfrm>
            <a:off x="3873756" y="0"/>
            <a:ext cx="47955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0" name="Google Shape;630;p73"/>
          <p:cNvSpPr txBox="1"/>
          <p:nvPr>
            <p:ph idx="1" type="body"/>
          </p:nvPr>
        </p:nvSpPr>
        <p:spPr>
          <a:xfrm>
            <a:off x="521069" y="1831086"/>
            <a:ext cx="2811900" cy="28017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accent2"/>
              </a:buClr>
              <a:buSzPts val="1500"/>
              <a:buChar char="+"/>
              <a:defRPr sz="1500">
                <a:solidFill>
                  <a:schemeClr val="lt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lt1"/>
              </a:buClr>
              <a:buSzPts val="1400"/>
              <a:buChar char="+"/>
              <a:defRPr sz="1400">
                <a:solidFill>
                  <a:schemeClr val="lt1"/>
                </a:solidFill>
                <a:latin typeface="IBM Plex Sans"/>
                <a:ea typeface="IBM Plex Sans"/>
                <a:cs typeface="IBM Plex Sans"/>
                <a:sym typeface="IBM Plex Sans"/>
              </a:defRPr>
            </a:lvl2pPr>
            <a:lvl3pPr indent="-304800" lvl="2" marL="1371600" algn="l">
              <a:lnSpc>
                <a:spcPct val="90000"/>
              </a:lnSpc>
              <a:spcBef>
                <a:spcPts val="400"/>
              </a:spcBef>
              <a:spcAft>
                <a:spcPts val="0"/>
              </a:spcAft>
              <a:buClr>
                <a:schemeClr val="lt1"/>
              </a:buClr>
              <a:buSzPts val="1200"/>
              <a:buChar char="+"/>
              <a:defRPr sz="1200">
                <a:solidFill>
                  <a:schemeClr val="lt1"/>
                </a:solidFill>
                <a:latin typeface="IBM Plex Sans"/>
                <a:ea typeface="IBM Plex Sans"/>
                <a:cs typeface="IBM Plex Sans"/>
                <a:sym typeface="IBM Plex Sans"/>
              </a:defRPr>
            </a:lvl3pPr>
            <a:lvl4pPr indent="-298450" lvl="3" marL="18288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4pPr>
            <a:lvl5pPr indent="-298450" lvl="4" marL="2286000" algn="l">
              <a:lnSpc>
                <a:spcPct val="90000"/>
              </a:lnSpc>
              <a:spcBef>
                <a:spcPts val="400"/>
              </a:spcBef>
              <a:spcAft>
                <a:spcPts val="0"/>
              </a:spcAft>
              <a:buClr>
                <a:schemeClr val="lt1"/>
              </a:buClr>
              <a:buSzPts val="1100"/>
              <a:buChar char="+"/>
              <a:defRPr sz="1100">
                <a:solidFill>
                  <a:schemeClr val="lt1"/>
                </a:solidFill>
                <a:latin typeface="IBM Plex Sans"/>
                <a:ea typeface="IBM Plex Sans"/>
                <a:cs typeface="IBM Plex Sans"/>
                <a:sym typeface="IBM Plex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1" name="Google Shape;631;p73"/>
          <p:cNvSpPr/>
          <p:nvPr>
            <p:ph idx="2" type="chart"/>
          </p:nvPr>
        </p:nvSpPr>
        <p:spPr>
          <a:xfrm>
            <a:off x="4302380" y="1097280"/>
            <a:ext cx="4190700" cy="35040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2"/>
              </a:buClr>
              <a:buSzPts val="1500"/>
              <a:buFont typeface="IBM Plex Sans"/>
              <a:buChar char="+"/>
              <a:defRPr b="0" i="0" sz="1500" u="none" cap="none" strike="noStrike">
                <a:solidFill>
                  <a:schemeClr val="dk2"/>
                </a:solidFill>
                <a:latin typeface="IBM Plex Sans"/>
                <a:ea typeface="IBM Plex Sans"/>
                <a:cs typeface="IBM Plex Sans"/>
                <a:sym typeface="IBM Plex Sans"/>
              </a:defRPr>
            </a:lvl1pPr>
            <a:lvl2pPr lvl="1" marR="0" rtl="0" algn="l">
              <a:lnSpc>
                <a:spcPct val="90000"/>
              </a:lnSpc>
              <a:spcBef>
                <a:spcPts val="400"/>
              </a:spcBef>
              <a:spcAft>
                <a:spcPts val="0"/>
              </a:spcAft>
              <a:buClr>
                <a:schemeClr val="dk2"/>
              </a:buClr>
              <a:buSzPts val="1400"/>
              <a:buFont typeface="IBM Plex Sans"/>
              <a:buChar char="+"/>
              <a:defRPr b="0" i="0" sz="1400" u="none" cap="none" strike="noStrike">
                <a:solidFill>
                  <a:schemeClr val="dk2"/>
                </a:solidFill>
                <a:latin typeface="IBM Plex Sans"/>
                <a:ea typeface="IBM Plex Sans"/>
                <a:cs typeface="IBM Plex Sans"/>
                <a:sym typeface="IBM Plex Sans"/>
              </a:defRPr>
            </a:lvl2pPr>
            <a:lvl3pPr lvl="2" marR="0" rtl="0" algn="l">
              <a:lnSpc>
                <a:spcPct val="90000"/>
              </a:lnSpc>
              <a:spcBef>
                <a:spcPts val="400"/>
              </a:spcBef>
              <a:spcAft>
                <a:spcPts val="0"/>
              </a:spcAft>
              <a:buClr>
                <a:schemeClr val="dk2"/>
              </a:buClr>
              <a:buSzPts val="1200"/>
              <a:buFont typeface="IBM Plex Sans"/>
              <a:buChar char="+"/>
              <a:defRPr b="0" i="0" sz="1200" u="none" cap="none" strike="noStrike">
                <a:solidFill>
                  <a:schemeClr val="dk2"/>
                </a:solidFill>
                <a:latin typeface="IBM Plex Sans"/>
                <a:ea typeface="IBM Plex Sans"/>
                <a:cs typeface="IBM Plex Sans"/>
                <a:sym typeface="IBM Plex Sans"/>
              </a:defRPr>
            </a:lvl3pPr>
            <a:lvl4pPr lvl="3"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4pPr>
            <a:lvl5pPr lvl="4"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9pPr>
          </a:lstStyle>
          <a:p/>
        </p:txBody>
      </p:sp>
      <p:sp>
        <p:nvSpPr>
          <p:cNvPr id="632" name="Google Shape;632;p73"/>
          <p:cNvSpPr txBox="1"/>
          <p:nvPr>
            <p:ph idx="3" type="body"/>
          </p:nvPr>
        </p:nvSpPr>
        <p:spPr>
          <a:xfrm>
            <a:off x="342900" y="1317227"/>
            <a:ext cx="2809200" cy="6858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accent1"/>
              </a:buClr>
              <a:buSzPts val="1500"/>
              <a:buNone/>
              <a:defRPr b="1">
                <a:solidFill>
                  <a:schemeClr val="accent1"/>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3" name="Google Shape;633;p73"/>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634" name="Google Shape;634;p73"/>
          <p:cNvGrpSpPr/>
          <p:nvPr/>
        </p:nvGrpSpPr>
        <p:grpSpPr>
          <a:xfrm>
            <a:off x="8712720" y="4727428"/>
            <a:ext cx="260015" cy="327279"/>
            <a:chOff x="4581525" y="1524000"/>
            <a:chExt cx="3026949" cy="3809999"/>
          </a:xfrm>
        </p:grpSpPr>
        <p:sp>
          <p:nvSpPr>
            <p:cNvPr id="635" name="Google Shape;635;p73"/>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36" name="Google Shape;636;p73"/>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637" name="Google Shape;637;p73"/>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Tree>
  </p:cSld>
  <p:clrMapOvr>
    <a:masterClrMapping/>
  </p:clrMapOvr>
  <p:extLst>
    <p:ext uri="{DCECCB84-F9BA-43D5-87BE-67443E8EF086}">
      <p15:sldGuideLst>
        <p15:guide id="1" pos="3942">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Team">
  <p:cSld name="1_Our Team">
    <p:bg>
      <p:bgPr>
        <a:solidFill>
          <a:srgbClr val="1E1A34"/>
        </a:solidFill>
      </p:bgPr>
    </p:bg>
    <p:spTree>
      <p:nvGrpSpPr>
        <p:cNvPr id="638" name="Shape 638"/>
        <p:cNvGrpSpPr/>
        <p:nvPr/>
      </p:nvGrpSpPr>
      <p:grpSpPr>
        <a:xfrm>
          <a:off x="0" y="0"/>
          <a:ext cx="0" cy="0"/>
          <a:chOff x="0" y="0"/>
          <a:chExt cx="0" cy="0"/>
        </a:xfrm>
      </p:grpSpPr>
      <p:sp>
        <p:nvSpPr>
          <p:cNvPr id="639" name="Google Shape;639;p74"/>
          <p:cNvSpPr/>
          <p:nvPr>
            <p:ph idx="2" type="pic"/>
          </p:nvPr>
        </p:nvSpPr>
        <p:spPr>
          <a:xfrm>
            <a:off x="854850" y="1050700"/>
            <a:ext cx="1107600" cy="1192800"/>
          </a:xfrm>
          <a:prstGeom prst="rect">
            <a:avLst/>
          </a:prstGeom>
          <a:noFill/>
          <a:ln>
            <a:noFill/>
          </a:ln>
        </p:spPr>
      </p:sp>
      <p:sp>
        <p:nvSpPr>
          <p:cNvPr id="640" name="Google Shape;640;p74"/>
          <p:cNvSpPr/>
          <p:nvPr>
            <p:ph idx="3" type="pic"/>
          </p:nvPr>
        </p:nvSpPr>
        <p:spPr>
          <a:xfrm>
            <a:off x="2436525" y="1050700"/>
            <a:ext cx="1107600" cy="1192800"/>
          </a:xfrm>
          <a:prstGeom prst="rect">
            <a:avLst/>
          </a:prstGeom>
          <a:noFill/>
          <a:ln>
            <a:noFill/>
          </a:ln>
        </p:spPr>
      </p:sp>
      <p:sp>
        <p:nvSpPr>
          <p:cNvPr id="641" name="Google Shape;641;p74"/>
          <p:cNvSpPr txBox="1"/>
          <p:nvPr>
            <p:ph idx="1" type="body"/>
          </p:nvPr>
        </p:nvSpPr>
        <p:spPr>
          <a:xfrm>
            <a:off x="24426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42" name="Google Shape;642;p74"/>
          <p:cNvSpPr/>
          <p:nvPr>
            <p:ph idx="4" type="pic"/>
          </p:nvPr>
        </p:nvSpPr>
        <p:spPr>
          <a:xfrm>
            <a:off x="4018200" y="1050700"/>
            <a:ext cx="1107600" cy="1192800"/>
          </a:xfrm>
          <a:prstGeom prst="rect">
            <a:avLst/>
          </a:prstGeom>
          <a:noFill/>
          <a:ln>
            <a:noFill/>
          </a:ln>
        </p:spPr>
      </p:sp>
      <p:sp>
        <p:nvSpPr>
          <p:cNvPr id="643" name="Google Shape;643;p74"/>
          <p:cNvSpPr txBox="1"/>
          <p:nvPr>
            <p:ph idx="5" type="body"/>
          </p:nvPr>
        </p:nvSpPr>
        <p:spPr>
          <a:xfrm>
            <a:off x="8670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44" name="Google Shape;644;p74"/>
          <p:cNvSpPr/>
          <p:nvPr>
            <p:ph idx="6" type="pic"/>
          </p:nvPr>
        </p:nvSpPr>
        <p:spPr>
          <a:xfrm>
            <a:off x="5599875" y="1050700"/>
            <a:ext cx="1107600" cy="1192800"/>
          </a:xfrm>
          <a:prstGeom prst="rect">
            <a:avLst/>
          </a:prstGeom>
          <a:noFill/>
          <a:ln>
            <a:noFill/>
          </a:ln>
        </p:spPr>
      </p:sp>
      <p:sp>
        <p:nvSpPr>
          <p:cNvPr id="645" name="Google Shape;645;p74"/>
          <p:cNvSpPr/>
          <p:nvPr>
            <p:ph idx="7" type="pic"/>
          </p:nvPr>
        </p:nvSpPr>
        <p:spPr>
          <a:xfrm>
            <a:off x="7181550" y="1050700"/>
            <a:ext cx="1107600" cy="1192800"/>
          </a:xfrm>
          <a:prstGeom prst="rect">
            <a:avLst/>
          </a:prstGeom>
          <a:noFill/>
          <a:ln>
            <a:noFill/>
          </a:ln>
        </p:spPr>
      </p:sp>
      <p:sp>
        <p:nvSpPr>
          <p:cNvPr id="646" name="Google Shape;646;p74"/>
          <p:cNvSpPr txBox="1"/>
          <p:nvPr>
            <p:ph idx="8" type="subTitle"/>
          </p:nvPr>
        </p:nvSpPr>
        <p:spPr>
          <a:xfrm>
            <a:off x="8670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47" name="Google Shape;647;p74"/>
          <p:cNvSpPr txBox="1"/>
          <p:nvPr>
            <p:ph idx="9" type="subTitle"/>
          </p:nvPr>
        </p:nvSpPr>
        <p:spPr>
          <a:xfrm>
            <a:off x="24426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48" name="Google Shape;648;p74"/>
          <p:cNvSpPr txBox="1"/>
          <p:nvPr>
            <p:ph idx="13" type="body"/>
          </p:nvPr>
        </p:nvSpPr>
        <p:spPr>
          <a:xfrm>
            <a:off x="40182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49" name="Google Shape;649;p74"/>
          <p:cNvSpPr txBox="1"/>
          <p:nvPr>
            <p:ph idx="14" type="subTitle"/>
          </p:nvPr>
        </p:nvSpPr>
        <p:spPr>
          <a:xfrm>
            <a:off x="40182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50" name="Google Shape;650;p74"/>
          <p:cNvSpPr txBox="1"/>
          <p:nvPr>
            <p:ph idx="15" type="body"/>
          </p:nvPr>
        </p:nvSpPr>
        <p:spPr>
          <a:xfrm>
            <a:off x="55938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51" name="Google Shape;651;p74"/>
          <p:cNvSpPr txBox="1"/>
          <p:nvPr>
            <p:ph idx="16" type="subTitle"/>
          </p:nvPr>
        </p:nvSpPr>
        <p:spPr>
          <a:xfrm>
            <a:off x="55938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52" name="Google Shape;652;p74"/>
          <p:cNvSpPr txBox="1"/>
          <p:nvPr>
            <p:ph idx="17" type="body"/>
          </p:nvPr>
        </p:nvSpPr>
        <p:spPr>
          <a:xfrm>
            <a:off x="7169475" y="246888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53" name="Google Shape;653;p74"/>
          <p:cNvSpPr txBox="1"/>
          <p:nvPr>
            <p:ph idx="18" type="subTitle"/>
          </p:nvPr>
        </p:nvSpPr>
        <p:spPr>
          <a:xfrm>
            <a:off x="7169475" y="2271332"/>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54" name="Google Shape;654;p74"/>
          <p:cNvSpPr/>
          <p:nvPr>
            <p:ph idx="19" type="pic"/>
          </p:nvPr>
        </p:nvSpPr>
        <p:spPr>
          <a:xfrm>
            <a:off x="854850" y="2855575"/>
            <a:ext cx="1107600" cy="1192800"/>
          </a:xfrm>
          <a:prstGeom prst="rect">
            <a:avLst/>
          </a:prstGeom>
          <a:noFill/>
          <a:ln>
            <a:noFill/>
          </a:ln>
        </p:spPr>
      </p:sp>
      <p:sp>
        <p:nvSpPr>
          <p:cNvPr id="655" name="Google Shape;655;p74"/>
          <p:cNvSpPr/>
          <p:nvPr>
            <p:ph idx="20" type="pic"/>
          </p:nvPr>
        </p:nvSpPr>
        <p:spPr>
          <a:xfrm>
            <a:off x="2436525" y="2855575"/>
            <a:ext cx="1107600" cy="1192800"/>
          </a:xfrm>
          <a:prstGeom prst="rect">
            <a:avLst/>
          </a:prstGeom>
          <a:noFill/>
          <a:ln>
            <a:noFill/>
          </a:ln>
        </p:spPr>
      </p:sp>
      <p:sp>
        <p:nvSpPr>
          <p:cNvPr id="656" name="Google Shape;656;p74"/>
          <p:cNvSpPr txBox="1"/>
          <p:nvPr>
            <p:ph idx="21" type="body"/>
          </p:nvPr>
        </p:nvSpPr>
        <p:spPr>
          <a:xfrm>
            <a:off x="24426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57" name="Google Shape;657;p74"/>
          <p:cNvSpPr/>
          <p:nvPr>
            <p:ph idx="22" type="pic"/>
          </p:nvPr>
        </p:nvSpPr>
        <p:spPr>
          <a:xfrm>
            <a:off x="4018200" y="2855575"/>
            <a:ext cx="1107600" cy="1192800"/>
          </a:xfrm>
          <a:prstGeom prst="rect">
            <a:avLst/>
          </a:prstGeom>
          <a:noFill/>
          <a:ln>
            <a:noFill/>
          </a:ln>
        </p:spPr>
      </p:sp>
      <p:sp>
        <p:nvSpPr>
          <p:cNvPr id="658" name="Google Shape;658;p74"/>
          <p:cNvSpPr txBox="1"/>
          <p:nvPr>
            <p:ph idx="23" type="body"/>
          </p:nvPr>
        </p:nvSpPr>
        <p:spPr>
          <a:xfrm>
            <a:off x="861000"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59" name="Google Shape;659;p74"/>
          <p:cNvSpPr/>
          <p:nvPr>
            <p:ph idx="24" type="pic"/>
          </p:nvPr>
        </p:nvSpPr>
        <p:spPr>
          <a:xfrm>
            <a:off x="5599875" y="2855575"/>
            <a:ext cx="1107600" cy="1192800"/>
          </a:xfrm>
          <a:prstGeom prst="rect">
            <a:avLst/>
          </a:prstGeom>
          <a:noFill/>
          <a:ln>
            <a:noFill/>
          </a:ln>
        </p:spPr>
      </p:sp>
      <p:sp>
        <p:nvSpPr>
          <p:cNvPr id="660" name="Google Shape;660;p74"/>
          <p:cNvSpPr/>
          <p:nvPr>
            <p:ph idx="25" type="pic"/>
          </p:nvPr>
        </p:nvSpPr>
        <p:spPr>
          <a:xfrm>
            <a:off x="7181550" y="2855575"/>
            <a:ext cx="1107600" cy="1192800"/>
          </a:xfrm>
          <a:prstGeom prst="rect">
            <a:avLst/>
          </a:prstGeom>
          <a:noFill/>
          <a:ln>
            <a:noFill/>
          </a:ln>
        </p:spPr>
      </p:sp>
      <p:sp>
        <p:nvSpPr>
          <p:cNvPr id="661" name="Google Shape;661;p74"/>
          <p:cNvSpPr txBox="1"/>
          <p:nvPr>
            <p:ph idx="26" type="subTitle"/>
          </p:nvPr>
        </p:nvSpPr>
        <p:spPr>
          <a:xfrm>
            <a:off x="8670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62" name="Google Shape;662;p74"/>
          <p:cNvSpPr txBox="1"/>
          <p:nvPr>
            <p:ph idx="27" type="subTitle"/>
          </p:nvPr>
        </p:nvSpPr>
        <p:spPr>
          <a:xfrm>
            <a:off x="24426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63" name="Google Shape;663;p74"/>
          <p:cNvSpPr txBox="1"/>
          <p:nvPr>
            <p:ph idx="28" type="body"/>
          </p:nvPr>
        </p:nvSpPr>
        <p:spPr>
          <a:xfrm>
            <a:off x="40182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64" name="Google Shape;664;p74"/>
          <p:cNvSpPr txBox="1"/>
          <p:nvPr>
            <p:ph idx="29" type="subTitle"/>
          </p:nvPr>
        </p:nvSpPr>
        <p:spPr>
          <a:xfrm>
            <a:off x="40182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65" name="Google Shape;665;p74"/>
          <p:cNvSpPr txBox="1"/>
          <p:nvPr>
            <p:ph idx="30" type="body"/>
          </p:nvPr>
        </p:nvSpPr>
        <p:spPr>
          <a:xfrm>
            <a:off x="55938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66" name="Google Shape;666;p74"/>
          <p:cNvSpPr txBox="1"/>
          <p:nvPr>
            <p:ph idx="31" type="subTitle"/>
          </p:nvPr>
        </p:nvSpPr>
        <p:spPr>
          <a:xfrm>
            <a:off x="55938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67" name="Google Shape;667;p74"/>
          <p:cNvSpPr txBox="1"/>
          <p:nvPr>
            <p:ph idx="32" type="body"/>
          </p:nvPr>
        </p:nvSpPr>
        <p:spPr>
          <a:xfrm>
            <a:off x="7169475" y="4274420"/>
            <a:ext cx="1095300" cy="1071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500"/>
              <a:buFont typeface="IBM Plex Mono"/>
              <a:buNone/>
              <a:defRPr sz="800">
                <a:solidFill>
                  <a:schemeClr val="lt1"/>
                </a:solidFill>
                <a:latin typeface="IBM Plex Sans"/>
                <a:ea typeface="IBM Plex Sans"/>
                <a:cs typeface="IBM Plex Sans"/>
                <a:sym typeface="IBM Plex Sans"/>
              </a:defRPr>
            </a:lvl1pPr>
            <a:lvl2pPr indent="-298450" lvl="1" marL="914400" algn="l">
              <a:lnSpc>
                <a:spcPct val="90000"/>
              </a:lnSpc>
              <a:spcBef>
                <a:spcPts val="0"/>
              </a:spcBef>
              <a:spcAft>
                <a:spcPts val="0"/>
              </a:spcAft>
              <a:buClr>
                <a:schemeClr val="dk2"/>
              </a:buClr>
              <a:buSzPts val="1100"/>
              <a:buChar char="○"/>
              <a:defRPr/>
            </a:lvl2pPr>
            <a:lvl3pPr indent="-298450" lvl="2" marL="1371600" algn="l">
              <a:lnSpc>
                <a:spcPct val="90000"/>
              </a:lnSpc>
              <a:spcBef>
                <a:spcPts val="0"/>
              </a:spcBef>
              <a:spcAft>
                <a:spcPts val="0"/>
              </a:spcAft>
              <a:buClr>
                <a:schemeClr val="dk2"/>
              </a:buClr>
              <a:buSzPts val="1100"/>
              <a:buChar char="■"/>
              <a:defRPr/>
            </a:lvl3pPr>
            <a:lvl4pPr indent="-298450" lvl="3" marL="1828800" algn="l">
              <a:lnSpc>
                <a:spcPct val="90000"/>
              </a:lnSpc>
              <a:spcBef>
                <a:spcPts val="0"/>
              </a:spcBef>
              <a:spcAft>
                <a:spcPts val="0"/>
              </a:spcAft>
              <a:buClr>
                <a:schemeClr val="dk2"/>
              </a:buClr>
              <a:buSzPts val="1100"/>
              <a:buChar char="●"/>
              <a:defRPr/>
            </a:lvl4pPr>
            <a:lvl5pPr indent="-298450" lvl="4" marL="2286000" algn="l">
              <a:lnSpc>
                <a:spcPct val="90000"/>
              </a:lnSpc>
              <a:spcBef>
                <a:spcPts val="0"/>
              </a:spcBef>
              <a:spcAft>
                <a:spcPts val="0"/>
              </a:spcAft>
              <a:buClr>
                <a:schemeClr val="dk2"/>
              </a:buClr>
              <a:buSzPts val="1100"/>
              <a:buChar char="○"/>
              <a:defRPr/>
            </a:lvl5pPr>
            <a:lvl6pPr indent="-298450" lvl="5" marL="2743200" algn="l">
              <a:lnSpc>
                <a:spcPct val="90000"/>
              </a:lnSpc>
              <a:spcBef>
                <a:spcPts val="0"/>
              </a:spcBef>
              <a:spcAft>
                <a:spcPts val="0"/>
              </a:spcAft>
              <a:buClr>
                <a:schemeClr val="dk1"/>
              </a:buClr>
              <a:buSzPts val="1100"/>
              <a:buChar char="■"/>
              <a:defRPr/>
            </a:lvl6pPr>
            <a:lvl7pPr indent="-298450" lvl="6" marL="3200400" algn="l">
              <a:lnSpc>
                <a:spcPct val="90000"/>
              </a:lnSpc>
              <a:spcBef>
                <a:spcPts val="0"/>
              </a:spcBef>
              <a:spcAft>
                <a:spcPts val="0"/>
              </a:spcAft>
              <a:buClr>
                <a:schemeClr val="dk1"/>
              </a:buClr>
              <a:buSzPts val="1100"/>
              <a:buChar char="●"/>
              <a:defRPr/>
            </a:lvl7pPr>
            <a:lvl8pPr indent="-298450" lvl="7" marL="3657600" algn="l">
              <a:lnSpc>
                <a:spcPct val="90000"/>
              </a:lnSpc>
              <a:spcBef>
                <a:spcPts val="0"/>
              </a:spcBef>
              <a:spcAft>
                <a:spcPts val="0"/>
              </a:spcAft>
              <a:buClr>
                <a:schemeClr val="dk1"/>
              </a:buClr>
              <a:buSzPts val="1100"/>
              <a:buChar char="○"/>
              <a:defRPr/>
            </a:lvl8pPr>
            <a:lvl9pPr indent="-298450" lvl="8" marL="4114800" algn="l">
              <a:lnSpc>
                <a:spcPct val="90000"/>
              </a:lnSpc>
              <a:spcBef>
                <a:spcPts val="0"/>
              </a:spcBef>
              <a:spcAft>
                <a:spcPts val="0"/>
              </a:spcAft>
              <a:buClr>
                <a:schemeClr val="dk1"/>
              </a:buClr>
              <a:buSzPts val="1100"/>
              <a:buChar char="■"/>
              <a:defRPr/>
            </a:lvl9pPr>
          </a:lstStyle>
          <a:p/>
        </p:txBody>
      </p:sp>
      <p:sp>
        <p:nvSpPr>
          <p:cNvPr id="668" name="Google Shape;668;p74"/>
          <p:cNvSpPr txBox="1"/>
          <p:nvPr>
            <p:ph idx="33" type="subTitle"/>
          </p:nvPr>
        </p:nvSpPr>
        <p:spPr>
          <a:xfrm>
            <a:off x="7169475" y="4076207"/>
            <a:ext cx="1095300" cy="10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600"/>
              <a:buNone/>
              <a:defRPr sz="900">
                <a:solidFill>
                  <a:schemeClr val="lt1"/>
                </a:solidFill>
              </a:defRPr>
            </a:lvl1pPr>
            <a:lvl2pPr lvl="1" algn="l">
              <a:lnSpc>
                <a:spcPct val="100000"/>
              </a:lnSpc>
              <a:spcBef>
                <a:spcPts val="0"/>
              </a:spcBef>
              <a:spcAft>
                <a:spcPts val="0"/>
              </a:spcAft>
              <a:buClr>
                <a:schemeClr val="dk2"/>
              </a:buClr>
              <a:buSzPts val="1200"/>
              <a:buNone/>
              <a:defRPr sz="1600"/>
            </a:lvl2pPr>
            <a:lvl3pPr lvl="2" algn="l">
              <a:lnSpc>
                <a:spcPct val="100000"/>
              </a:lnSpc>
              <a:spcBef>
                <a:spcPts val="0"/>
              </a:spcBef>
              <a:spcAft>
                <a:spcPts val="0"/>
              </a:spcAft>
              <a:buClr>
                <a:schemeClr val="dk2"/>
              </a:buClr>
              <a:buSzPts val="1200"/>
              <a:buNone/>
              <a:defRPr sz="1600"/>
            </a:lvl3pPr>
            <a:lvl4pPr lvl="3" algn="l">
              <a:lnSpc>
                <a:spcPct val="100000"/>
              </a:lnSpc>
              <a:spcBef>
                <a:spcPts val="0"/>
              </a:spcBef>
              <a:spcAft>
                <a:spcPts val="0"/>
              </a:spcAft>
              <a:buClr>
                <a:schemeClr val="dk2"/>
              </a:buClr>
              <a:buSzPts val="1200"/>
              <a:buNone/>
              <a:defRPr sz="1600"/>
            </a:lvl4pPr>
            <a:lvl5pPr lvl="4" algn="l">
              <a:lnSpc>
                <a:spcPct val="100000"/>
              </a:lnSpc>
              <a:spcBef>
                <a:spcPts val="0"/>
              </a:spcBef>
              <a:spcAft>
                <a:spcPts val="0"/>
              </a:spcAft>
              <a:buClr>
                <a:schemeClr val="dk2"/>
              </a:buClr>
              <a:buSzPts val="1200"/>
              <a:buNone/>
              <a:defRPr sz="1600"/>
            </a:lvl5pPr>
            <a:lvl6pPr lvl="5" algn="l">
              <a:lnSpc>
                <a:spcPct val="100000"/>
              </a:lnSpc>
              <a:spcBef>
                <a:spcPts val="0"/>
              </a:spcBef>
              <a:spcAft>
                <a:spcPts val="0"/>
              </a:spcAft>
              <a:buClr>
                <a:schemeClr val="dk1"/>
              </a:buClr>
              <a:buSzPts val="1200"/>
              <a:buNone/>
              <a:defRPr sz="1600"/>
            </a:lvl6pPr>
            <a:lvl7pPr lvl="6" algn="l">
              <a:lnSpc>
                <a:spcPct val="100000"/>
              </a:lnSpc>
              <a:spcBef>
                <a:spcPts val="0"/>
              </a:spcBef>
              <a:spcAft>
                <a:spcPts val="0"/>
              </a:spcAft>
              <a:buClr>
                <a:schemeClr val="dk1"/>
              </a:buClr>
              <a:buSzPts val="1200"/>
              <a:buNone/>
              <a:defRPr sz="1600"/>
            </a:lvl7pPr>
            <a:lvl8pPr lvl="7" algn="l">
              <a:lnSpc>
                <a:spcPct val="100000"/>
              </a:lnSpc>
              <a:spcBef>
                <a:spcPts val="0"/>
              </a:spcBef>
              <a:spcAft>
                <a:spcPts val="0"/>
              </a:spcAft>
              <a:buClr>
                <a:schemeClr val="dk1"/>
              </a:buClr>
              <a:buSzPts val="1200"/>
              <a:buNone/>
              <a:defRPr sz="1600"/>
            </a:lvl8pPr>
            <a:lvl9pPr lvl="8" algn="l">
              <a:lnSpc>
                <a:spcPct val="100000"/>
              </a:lnSpc>
              <a:spcBef>
                <a:spcPts val="0"/>
              </a:spcBef>
              <a:spcAft>
                <a:spcPts val="0"/>
              </a:spcAft>
              <a:buClr>
                <a:schemeClr val="dk1"/>
              </a:buClr>
              <a:buSzPts val="1200"/>
              <a:buNone/>
              <a:defRPr sz="1600"/>
            </a:lvl9pPr>
          </a:lstStyle>
          <a:p/>
        </p:txBody>
      </p:sp>
      <p:sp>
        <p:nvSpPr>
          <p:cNvPr id="669" name="Google Shape;669;p74"/>
          <p:cNvSpPr txBox="1"/>
          <p:nvPr>
            <p:ph idx="34" type="body"/>
          </p:nvPr>
        </p:nvSpPr>
        <p:spPr>
          <a:xfrm>
            <a:off x="342900" y="0"/>
            <a:ext cx="7155600" cy="994500"/>
          </a:xfrm>
          <a:prstGeom prst="rect">
            <a:avLst/>
          </a:prstGeom>
          <a:noFill/>
          <a:ln>
            <a:noFill/>
          </a:ln>
        </p:spPr>
        <p:txBody>
          <a:bodyPr anchorCtr="0" anchor="t" bIns="34275" lIns="68575" spcFirstLastPara="1" rIns="68575" wrap="square" tIns="274325">
            <a:noAutofit/>
          </a:bodyPr>
          <a:lstStyle>
            <a:lvl1pPr indent="-228600" lvl="0" marL="457200" algn="l">
              <a:lnSpc>
                <a:spcPct val="90000"/>
              </a:lnSpc>
              <a:spcBef>
                <a:spcPts val="800"/>
              </a:spcBef>
              <a:spcAft>
                <a:spcPts val="0"/>
              </a:spcAft>
              <a:buClr>
                <a:schemeClr val="lt1"/>
              </a:buClr>
              <a:buSzPts val="2100"/>
              <a:buNone/>
              <a:defRPr sz="2100">
                <a:solidFill>
                  <a:schemeClr val="lt1"/>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lt1"/>
              </a:buClr>
              <a:buSzPts val="1400"/>
              <a:buChar char="+"/>
              <a:defRPr>
                <a:solidFill>
                  <a:schemeClr val="lt1"/>
                </a:solidFill>
              </a:defRPr>
            </a:lvl2pPr>
            <a:lvl3pPr indent="-304800" lvl="2" marL="1371600" algn="l">
              <a:lnSpc>
                <a:spcPct val="90000"/>
              </a:lnSpc>
              <a:spcBef>
                <a:spcPts val="400"/>
              </a:spcBef>
              <a:spcAft>
                <a:spcPts val="0"/>
              </a:spcAft>
              <a:buClr>
                <a:schemeClr val="lt1"/>
              </a:buClr>
              <a:buSzPts val="1200"/>
              <a:buChar char="+"/>
              <a:defRPr>
                <a:solidFill>
                  <a:schemeClr val="lt1"/>
                </a:solidFill>
              </a:defRPr>
            </a:lvl3pPr>
            <a:lvl4pPr indent="-298450" lvl="3" marL="1828800" algn="l">
              <a:lnSpc>
                <a:spcPct val="90000"/>
              </a:lnSpc>
              <a:spcBef>
                <a:spcPts val="400"/>
              </a:spcBef>
              <a:spcAft>
                <a:spcPts val="0"/>
              </a:spcAft>
              <a:buClr>
                <a:schemeClr val="lt1"/>
              </a:buClr>
              <a:buSzPts val="1100"/>
              <a:buChar char="+"/>
              <a:defRPr>
                <a:solidFill>
                  <a:schemeClr val="lt1"/>
                </a:solidFill>
              </a:defRPr>
            </a:lvl4pPr>
            <a:lvl5pPr indent="-298450" lvl="4" marL="2286000" algn="l">
              <a:lnSpc>
                <a:spcPct val="90000"/>
              </a:lnSpc>
              <a:spcBef>
                <a:spcPts val="400"/>
              </a:spcBef>
              <a:spcAft>
                <a:spcPts val="0"/>
              </a:spcAft>
              <a:buClr>
                <a:schemeClr val="lt1"/>
              </a:buClr>
              <a:buSzPts val="11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0" name="Google Shape;670;p74"/>
          <p:cNvSpPr txBox="1"/>
          <p:nvPr>
            <p:ph idx="11" type="ftr"/>
          </p:nvPr>
        </p:nvSpPr>
        <p:spPr>
          <a:xfrm>
            <a:off x="107156" y="4800600"/>
            <a:ext cx="30861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1" name="Google Shape;671;p74"/>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672" name="Google Shape;672;p74"/>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ssembly Team X8">
  <p:cSld name="1_Assembly Team X8">
    <p:spTree>
      <p:nvGrpSpPr>
        <p:cNvPr id="673" name="Shape 673"/>
        <p:cNvGrpSpPr/>
        <p:nvPr/>
      </p:nvGrpSpPr>
      <p:grpSpPr>
        <a:xfrm>
          <a:off x="0" y="0"/>
          <a:ext cx="0" cy="0"/>
          <a:chOff x="0" y="0"/>
          <a:chExt cx="0" cy="0"/>
        </a:xfrm>
      </p:grpSpPr>
      <p:sp>
        <p:nvSpPr>
          <p:cNvPr id="674" name="Google Shape;674;p75"/>
          <p:cNvSpPr txBox="1"/>
          <p:nvPr>
            <p:ph type="title"/>
          </p:nvPr>
        </p:nvSpPr>
        <p:spPr>
          <a:xfrm>
            <a:off x="685800" y="1371600"/>
            <a:ext cx="13746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5" name="Google Shape;675;p75"/>
          <p:cNvSpPr txBox="1"/>
          <p:nvPr>
            <p:ph idx="1" type="body"/>
          </p:nvPr>
        </p:nvSpPr>
        <p:spPr>
          <a:xfrm>
            <a:off x="2343104" y="2173379"/>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6" name="Google Shape;676;p75"/>
          <p:cNvSpPr txBox="1"/>
          <p:nvPr>
            <p:ph idx="2" type="body"/>
          </p:nvPr>
        </p:nvSpPr>
        <p:spPr>
          <a:xfrm>
            <a:off x="5479826" y="4239222"/>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7" name="Google Shape;677;p75"/>
          <p:cNvSpPr txBox="1"/>
          <p:nvPr>
            <p:ph idx="3" type="body"/>
          </p:nvPr>
        </p:nvSpPr>
        <p:spPr>
          <a:xfrm>
            <a:off x="5479826" y="2173379"/>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8" name="Google Shape;678;p75"/>
          <p:cNvSpPr/>
          <p:nvPr/>
        </p:nvSpPr>
        <p:spPr>
          <a:xfrm>
            <a:off x="2343104"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79" name="Google Shape;679;p75"/>
          <p:cNvSpPr/>
          <p:nvPr/>
        </p:nvSpPr>
        <p:spPr>
          <a:xfrm>
            <a:off x="3911465"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80" name="Google Shape;680;p75"/>
          <p:cNvSpPr/>
          <p:nvPr/>
        </p:nvSpPr>
        <p:spPr>
          <a:xfrm>
            <a:off x="3911465"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81" name="Google Shape;681;p75"/>
          <p:cNvSpPr/>
          <p:nvPr/>
        </p:nvSpPr>
        <p:spPr>
          <a:xfrm>
            <a:off x="2343104"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82" name="Google Shape;682;p75"/>
          <p:cNvSpPr/>
          <p:nvPr/>
        </p:nvSpPr>
        <p:spPr>
          <a:xfrm>
            <a:off x="7048187"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83" name="Google Shape;683;p75"/>
          <p:cNvSpPr/>
          <p:nvPr/>
        </p:nvSpPr>
        <p:spPr>
          <a:xfrm>
            <a:off x="5479826"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84" name="Google Shape;684;p75"/>
          <p:cNvSpPr txBox="1"/>
          <p:nvPr>
            <p:ph idx="4" type="body"/>
          </p:nvPr>
        </p:nvSpPr>
        <p:spPr>
          <a:xfrm>
            <a:off x="3911465" y="4239222"/>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5" name="Google Shape;685;p75"/>
          <p:cNvSpPr txBox="1"/>
          <p:nvPr>
            <p:ph idx="5" type="body"/>
          </p:nvPr>
        </p:nvSpPr>
        <p:spPr>
          <a:xfrm>
            <a:off x="7048187" y="4239222"/>
            <a:ext cx="1783200" cy="41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6" name="Google Shape;686;p75"/>
          <p:cNvSpPr txBox="1"/>
          <p:nvPr>
            <p:ph idx="6" type="body"/>
          </p:nvPr>
        </p:nvSpPr>
        <p:spPr>
          <a:xfrm>
            <a:off x="2343104" y="4239222"/>
            <a:ext cx="1783200" cy="41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solidFill>
                  <a:schemeClr val="dk2"/>
                </a:solidFill>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None/>
              <a:defRPr sz="900">
                <a:solidFill>
                  <a:schemeClr val="dk2"/>
                </a:solidFill>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7" name="Google Shape;687;p75"/>
          <p:cNvSpPr txBox="1"/>
          <p:nvPr>
            <p:ph idx="7" type="body"/>
          </p:nvPr>
        </p:nvSpPr>
        <p:spPr>
          <a:xfrm>
            <a:off x="3911465" y="2173379"/>
            <a:ext cx="1783200" cy="41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8" name="Google Shape;688;p75"/>
          <p:cNvSpPr txBox="1"/>
          <p:nvPr>
            <p:ph idx="8" type="body"/>
          </p:nvPr>
        </p:nvSpPr>
        <p:spPr>
          <a:xfrm>
            <a:off x="7048187" y="2173379"/>
            <a:ext cx="1783200" cy="41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Font typeface="IBM Plex Sans"/>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9" name="Google Shape;689;p75"/>
          <p:cNvSpPr/>
          <p:nvPr/>
        </p:nvSpPr>
        <p:spPr>
          <a:xfrm>
            <a:off x="5479826" y="4013597"/>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90" name="Google Shape;690;p75"/>
          <p:cNvSpPr/>
          <p:nvPr/>
        </p:nvSpPr>
        <p:spPr>
          <a:xfrm>
            <a:off x="7048187" y="1988492"/>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691" name="Google Shape;691;p75"/>
          <p:cNvSpPr/>
          <p:nvPr>
            <p:ph idx="9" type="pic"/>
          </p:nvPr>
        </p:nvSpPr>
        <p:spPr>
          <a:xfrm>
            <a:off x="2342587" y="687638"/>
            <a:ext cx="1234800" cy="1231200"/>
          </a:xfrm>
          <a:prstGeom prst="rect">
            <a:avLst/>
          </a:prstGeom>
          <a:solidFill>
            <a:schemeClr val="accent1"/>
          </a:solidFill>
          <a:ln>
            <a:noFill/>
          </a:ln>
        </p:spPr>
      </p:sp>
      <p:sp>
        <p:nvSpPr>
          <p:cNvPr id="692" name="Google Shape;692;p75"/>
          <p:cNvSpPr/>
          <p:nvPr>
            <p:ph idx="13" type="pic"/>
          </p:nvPr>
        </p:nvSpPr>
        <p:spPr>
          <a:xfrm>
            <a:off x="3911120" y="687638"/>
            <a:ext cx="1234800" cy="1231200"/>
          </a:xfrm>
          <a:prstGeom prst="rect">
            <a:avLst/>
          </a:prstGeom>
          <a:solidFill>
            <a:schemeClr val="accent1"/>
          </a:solidFill>
          <a:ln>
            <a:noFill/>
          </a:ln>
        </p:spPr>
      </p:sp>
      <p:sp>
        <p:nvSpPr>
          <p:cNvPr id="693" name="Google Shape;693;p75"/>
          <p:cNvSpPr/>
          <p:nvPr>
            <p:ph idx="14" type="pic"/>
          </p:nvPr>
        </p:nvSpPr>
        <p:spPr>
          <a:xfrm>
            <a:off x="5479654" y="687638"/>
            <a:ext cx="1234500" cy="1231200"/>
          </a:xfrm>
          <a:prstGeom prst="rect">
            <a:avLst/>
          </a:prstGeom>
          <a:solidFill>
            <a:schemeClr val="accent1"/>
          </a:solidFill>
          <a:ln>
            <a:noFill/>
          </a:ln>
        </p:spPr>
      </p:sp>
      <p:sp>
        <p:nvSpPr>
          <p:cNvPr id="694" name="Google Shape;694;p75"/>
          <p:cNvSpPr/>
          <p:nvPr>
            <p:ph idx="15" type="pic"/>
          </p:nvPr>
        </p:nvSpPr>
        <p:spPr>
          <a:xfrm>
            <a:off x="7047949" y="687638"/>
            <a:ext cx="1234800" cy="1231200"/>
          </a:xfrm>
          <a:prstGeom prst="rect">
            <a:avLst/>
          </a:prstGeom>
          <a:solidFill>
            <a:schemeClr val="accent1"/>
          </a:solidFill>
          <a:ln>
            <a:noFill/>
          </a:ln>
        </p:spPr>
      </p:sp>
      <p:sp>
        <p:nvSpPr>
          <p:cNvPr id="695" name="Google Shape;695;p75"/>
          <p:cNvSpPr/>
          <p:nvPr>
            <p:ph idx="16" type="pic"/>
          </p:nvPr>
        </p:nvSpPr>
        <p:spPr>
          <a:xfrm>
            <a:off x="2342587" y="2711054"/>
            <a:ext cx="1234800" cy="1234800"/>
          </a:xfrm>
          <a:prstGeom prst="rect">
            <a:avLst/>
          </a:prstGeom>
          <a:solidFill>
            <a:schemeClr val="accent1"/>
          </a:solidFill>
          <a:ln>
            <a:noFill/>
          </a:ln>
        </p:spPr>
      </p:sp>
      <p:sp>
        <p:nvSpPr>
          <p:cNvPr id="696" name="Google Shape;696;p75"/>
          <p:cNvSpPr/>
          <p:nvPr>
            <p:ph idx="17" type="pic"/>
          </p:nvPr>
        </p:nvSpPr>
        <p:spPr>
          <a:xfrm>
            <a:off x="3910724" y="2711053"/>
            <a:ext cx="1234800" cy="1234500"/>
          </a:xfrm>
          <a:prstGeom prst="rect">
            <a:avLst/>
          </a:prstGeom>
          <a:solidFill>
            <a:schemeClr val="accent1"/>
          </a:solidFill>
          <a:ln>
            <a:noFill/>
          </a:ln>
        </p:spPr>
      </p:sp>
      <p:sp>
        <p:nvSpPr>
          <p:cNvPr id="697" name="Google Shape;697;p75"/>
          <p:cNvSpPr/>
          <p:nvPr>
            <p:ph idx="18" type="pic"/>
          </p:nvPr>
        </p:nvSpPr>
        <p:spPr>
          <a:xfrm>
            <a:off x="5478860" y="2711053"/>
            <a:ext cx="1234500" cy="1234500"/>
          </a:xfrm>
          <a:prstGeom prst="rect">
            <a:avLst/>
          </a:prstGeom>
          <a:solidFill>
            <a:schemeClr val="accent1"/>
          </a:solidFill>
          <a:ln>
            <a:noFill/>
          </a:ln>
        </p:spPr>
      </p:sp>
      <p:sp>
        <p:nvSpPr>
          <p:cNvPr id="698" name="Google Shape;698;p75"/>
          <p:cNvSpPr/>
          <p:nvPr>
            <p:ph idx="19" type="pic"/>
          </p:nvPr>
        </p:nvSpPr>
        <p:spPr>
          <a:xfrm>
            <a:off x="7046759" y="2711054"/>
            <a:ext cx="1234800" cy="1220400"/>
          </a:xfrm>
          <a:prstGeom prst="rect">
            <a:avLst/>
          </a:prstGeom>
          <a:solidFill>
            <a:schemeClr val="accent1"/>
          </a:solidFill>
          <a:ln>
            <a:noFill/>
          </a:ln>
        </p:spPr>
      </p:sp>
      <p:sp>
        <p:nvSpPr>
          <p:cNvPr id="699" name="Google Shape;699;p75"/>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ssembly Team X4">
  <p:cSld name="1_Assembly Team X4">
    <p:spTree>
      <p:nvGrpSpPr>
        <p:cNvPr id="700" name="Shape 700"/>
        <p:cNvGrpSpPr/>
        <p:nvPr/>
      </p:nvGrpSpPr>
      <p:grpSpPr>
        <a:xfrm>
          <a:off x="0" y="0"/>
          <a:ext cx="0" cy="0"/>
          <a:chOff x="0" y="0"/>
          <a:chExt cx="0" cy="0"/>
        </a:xfrm>
      </p:grpSpPr>
      <p:sp>
        <p:nvSpPr>
          <p:cNvPr id="701" name="Google Shape;701;p76"/>
          <p:cNvSpPr txBox="1"/>
          <p:nvPr>
            <p:ph type="title"/>
          </p:nvPr>
        </p:nvSpPr>
        <p:spPr>
          <a:xfrm>
            <a:off x="685800" y="1371600"/>
            <a:ext cx="1374600" cy="994200"/>
          </a:xfrm>
          <a:prstGeom prst="rect">
            <a:avLst/>
          </a:prstGeom>
          <a:noFill/>
          <a:ln>
            <a:noFill/>
          </a:ln>
        </p:spPr>
        <p:txBody>
          <a:bodyPr anchorCtr="0" anchor="t" bIns="34275" lIns="68575" spcFirstLastPara="1" rIns="68575" wrap="square" tIns="274325">
            <a:noAutofit/>
          </a:bodyPr>
          <a:lstStyle>
            <a:lvl1pPr lvl="0" algn="l">
              <a:lnSpc>
                <a:spcPct val="90000"/>
              </a:lnSpc>
              <a:spcBef>
                <a:spcPts val="0"/>
              </a:spcBef>
              <a:spcAft>
                <a:spcPts val="0"/>
              </a:spcAft>
              <a:buClr>
                <a:schemeClr val="dk2"/>
              </a:buClr>
              <a:buSzPts val="2100"/>
              <a:buFont typeface="IBM Plex Sans SemiBold"/>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2" name="Google Shape;702;p76"/>
          <p:cNvSpPr txBox="1"/>
          <p:nvPr>
            <p:ph idx="1" type="body"/>
          </p:nvPr>
        </p:nvSpPr>
        <p:spPr>
          <a:xfrm>
            <a:off x="2343104" y="3130779"/>
            <a:ext cx="1783200" cy="89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3" name="Google Shape;703;p76"/>
          <p:cNvSpPr txBox="1"/>
          <p:nvPr>
            <p:ph idx="2" type="body"/>
          </p:nvPr>
        </p:nvSpPr>
        <p:spPr>
          <a:xfrm>
            <a:off x="5479826" y="3130779"/>
            <a:ext cx="1783200" cy="891600"/>
          </a:xfrm>
          <a:prstGeom prst="rect">
            <a:avLst/>
          </a:prstGeom>
          <a:noFill/>
          <a:ln>
            <a:noFill/>
          </a:ln>
        </p:spPr>
        <p:txBody>
          <a:bodyPr anchorCtr="0" anchor="t" bIns="34275" lIns="0" spcFirstLastPara="1" rIns="0" wrap="square" tIns="34275">
            <a:noAutofit/>
          </a:bodyPr>
          <a:lstStyle>
            <a:lvl1pPr indent="-228600" lvl="0" marL="457200" algn="l">
              <a:lnSpc>
                <a:spcPct val="90000"/>
              </a:lnSpc>
              <a:spcBef>
                <a:spcPts val="800"/>
              </a:spcBef>
              <a:spcAft>
                <a:spcPts val="0"/>
              </a:spcAft>
              <a:buClr>
                <a:schemeClr val="dk2"/>
              </a:buClr>
              <a:buSzPts val="1000"/>
              <a:buFont typeface="IBM Plex Sans"/>
              <a:buNone/>
              <a:defRPr sz="10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4" name="Google Shape;704;p76"/>
          <p:cNvSpPr/>
          <p:nvPr/>
        </p:nvSpPr>
        <p:spPr>
          <a:xfrm>
            <a:off x="3911465"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05" name="Google Shape;705;p76"/>
          <p:cNvSpPr/>
          <p:nvPr/>
        </p:nvSpPr>
        <p:spPr>
          <a:xfrm>
            <a:off x="2343104"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06" name="Google Shape;706;p76"/>
          <p:cNvSpPr/>
          <p:nvPr/>
        </p:nvSpPr>
        <p:spPr>
          <a:xfrm>
            <a:off x="5479826"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07" name="Google Shape;707;p76"/>
          <p:cNvSpPr txBox="1"/>
          <p:nvPr>
            <p:ph idx="3" type="body"/>
          </p:nvPr>
        </p:nvSpPr>
        <p:spPr>
          <a:xfrm>
            <a:off x="3911465" y="3130779"/>
            <a:ext cx="1783200" cy="89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8" name="Google Shape;708;p76"/>
          <p:cNvSpPr txBox="1"/>
          <p:nvPr>
            <p:ph idx="4" type="body"/>
          </p:nvPr>
        </p:nvSpPr>
        <p:spPr>
          <a:xfrm>
            <a:off x="7048187" y="3130779"/>
            <a:ext cx="1783200" cy="8916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800"/>
              </a:spcBef>
              <a:spcAft>
                <a:spcPts val="0"/>
              </a:spcAft>
              <a:buClr>
                <a:schemeClr val="dk2"/>
              </a:buClr>
              <a:buSzPts val="1000"/>
              <a:buNone/>
              <a:defRPr sz="1000">
                <a:latin typeface="IBM Plex Sans"/>
                <a:ea typeface="IBM Plex Sans"/>
                <a:cs typeface="IBM Plex Sans"/>
                <a:sym typeface="IBM Plex Sans"/>
              </a:defRPr>
            </a:lvl1pPr>
            <a:lvl2pPr indent="-228600" lvl="1" marL="914400" algn="l">
              <a:lnSpc>
                <a:spcPct val="90000"/>
              </a:lnSpc>
              <a:spcBef>
                <a:spcPts val="400"/>
              </a:spcBef>
              <a:spcAft>
                <a:spcPts val="0"/>
              </a:spcAft>
              <a:buClr>
                <a:schemeClr val="dk2"/>
              </a:buClr>
              <a:buSzPts val="900"/>
              <a:buFont typeface="IBM Plex Sans"/>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9" name="Google Shape;709;p76"/>
          <p:cNvSpPr/>
          <p:nvPr/>
        </p:nvSpPr>
        <p:spPr>
          <a:xfrm>
            <a:off x="7048187" y="2945891"/>
            <a:ext cx="1233482"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10" name="Google Shape;710;p76"/>
          <p:cNvSpPr/>
          <p:nvPr>
            <p:ph idx="5" type="pic"/>
          </p:nvPr>
        </p:nvSpPr>
        <p:spPr>
          <a:xfrm>
            <a:off x="2342587" y="1645037"/>
            <a:ext cx="1234800" cy="1231200"/>
          </a:xfrm>
          <a:prstGeom prst="rect">
            <a:avLst/>
          </a:prstGeom>
          <a:solidFill>
            <a:schemeClr val="accent1"/>
          </a:solidFill>
          <a:ln>
            <a:noFill/>
          </a:ln>
        </p:spPr>
      </p:sp>
      <p:sp>
        <p:nvSpPr>
          <p:cNvPr id="711" name="Google Shape;711;p76"/>
          <p:cNvSpPr/>
          <p:nvPr>
            <p:ph idx="6" type="pic"/>
          </p:nvPr>
        </p:nvSpPr>
        <p:spPr>
          <a:xfrm>
            <a:off x="3911120" y="1645037"/>
            <a:ext cx="1234800" cy="1231200"/>
          </a:xfrm>
          <a:prstGeom prst="rect">
            <a:avLst/>
          </a:prstGeom>
          <a:solidFill>
            <a:schemeClr val="accent1"/>
          </a:solidFill>
          <a:ln>
            <a:noFill/>
          </a:ln>
        </p:spPr>
      </p:sp>
      <p:sp>
        <p:nvSpPr>
          <p:cNvPr id="712" name="Google Shape;712;p76"/>
          <p:cNvSpPr/>
          <p:nvPr>
            <p:ph idx="7" type="pic"/>
          </p:nvPr>
        </p:nvSpPr>
        <p:spPr>
          <a:xfrm>
            <a:off x="5479654" y="1645037"/>
            <a:ext cx="1234500" cy="1231200"/>
          </a:xfrm>
          <a:prstGeom prst="rect">
            <a:avLst/>
          </a:prstGeom>
          <a:solidFill>
            <a:schemeClr val="accent1"/>
          </a:solidFill>
          <a:ln>
            <a:noFill/>
          </a:ln>
        </p:spPr>
      </p:sp>
      <p:sp>
        <p:nvSpPr>
          <p:cNvPr id="713" name="Google Shape;713;p76"/>
          <p:cNvSpPr/>
          <p:nvPr>
            <p:ph idx="8" type="pic"/>
          </p:nvPr>
        </p:nvSpPr>
        <p:spPr>
          <a:xfrm>
            <a:off x="7047949" y="1645037"/>
            <a:ext cx="1234800" cy="1231200"/>
          </a:xfrm>
          <a:prstGeom prst="rect">
            <a:avLst/>
          </a:prstGeom>
          <a:solidFill>
            <a:schemeClr val="accent1"/>
          </a:solidFill>
          <a:ln>
            <a:noFill/>
          </a:ln>
        </p:spPr>
      </p:sp>
      <p:sp>
        <p:nvSpPr>
          <p:cNvPr id="714" name="Google Shape;714;p76"/>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IO - 1UP">
  <p:cSld name="2_BIO - 1UP">
    <p:spTree>
      <p:nvGrpSpPr>
        <p:cNvPr id="715" name="Shape 715"/>
        <p:cNvGrpSpPr/>
        <p:nvPr/>
      </p:nvGrpSpPr>
      <p:grpSpPr>
        <a:xfrm>
          <a:off x="0" y="0"/>
          <a:ext cx="0" cy="0"/>
          <a:chOff x="0" y="0"/>
          <a:chExt cx="0" cy="0"/>
        </a:xfrm>
      </p:grpSpPr>
      <p:sp>
        <p:nvSpPr>
          <p:cNvPr id="716" name="Google Shape;716;p77"/>
          <p:cNvSpPr txBox="1"/>
          <p:nvPr>
            <p:ph type="title"/>
          </p:nvPr>
        </p:nvSpPr>
        <p:spPr>
          <a:xfrm>
            <a:off x="685800" y="687638"/>
            <a:ext cx="6362100" cy="411600"/>
          </a:xfrm>
          <a:prstGeom prst="rect">
            <a:avLst/>
          </a:prstGeom>
          <a:noFill/>
          <a:ln>
            <a:noFill/>
          </a:ln>
        </p:spPr>
        <p:txBody>
          <a:bodyPr anchorCtr="0" anchor="t" bIns="34275" lIns="68575" spcFirstLastPara="1" rIns="68575" wrap="square" tIns="0">
            <a:noAutofit/>
          </a:bodyPr>
          <a:lstStyle>
            <a:lvl1pPr lvl="0" algn="l">
              <a:lnSpc>
                <a:spcPct val="90000"/>
              </a:lnSpc>
              <a:spcBef>
                <a:spcPts val="0"/>
              </a:spcBef>
              <a:spcAft>
                <a:spcPts val="0"/>
              </a:spcAft>
              <a:buClr>
                <a:schemeClr val="dk2"/>
              </a:buClr>
              <a:buSzPts val="2100"/>
              <a:buFont typeface="IBM Plex Sans SemiBold"/>
              <a:buNone/>
              <a:defRPr>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7" name="Google Shape;717;p77"/>
          <p:cNvSpPr txBox="1"/>
          <p:nvPr>
            <p:ph idx="1" type="body"/>
          </p:nvPr>
        </p:nvSpPr>
        <p:spPr>
          <a:xfrm>
            <a:off x="685799" y="1370157"/>
            <a:ext cx="5905200" cy="3280500"/>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800"/>
              </a:spcBef>
              <a:spcAft>
                <a:spcPts val="0"/>
              </a:spcAft>
              <a:buClr>
                <a:schemeClr val="dk2"/>
              </a:buClr>
              <a:buSzPts val="900"/>
              <a:buFont typeface="IBM Plex Sans"/>
              <a:buNone/>
              <a:defRPr sz="9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8" name="Google Shape;718;p77"/>
          <p:cNvSpPr txBox="1"/>
          <p:nvPr>
            <p:ph idx="2" type="body"/>
          </p:nvPr>
        </p:nvSpPr>
        <p:spPr>
          <a:xfrm>
            <a:off x="7047949" y="2173379"/>
            <a:ext cx="1508700" cy="2477400"/>
          </a:xfrm>
          <a:prstGeom prst="rect">
            <a:avLst/>
          </a:prstGeom>
          <a:noFill/>
          <a:ln>
            <a:noFill/>
          </a:ln>
        </p:spPr>
        <p:txBody>
          <a:bodyPr anchorCtr="0" anchor="t" bIns="34275" lIns="68575" spcFirstLastPara="1" rIns="0" wrap="square" tIns="34275">
            <a:normAutofit/>
          </a:bodyPr>
          <a:lstStyle>
            <a:lvl1pPr indent="-228600" lvl="0" marL="457200" algn="l">
              <a:lnSpc>
                <a:spcPct val="90000"/>
              </a:lnSpc>
              <a:spcBef>
                <a:spcPts val="800"/>
              </a:spcBef>
              <a:spcAft>
                <a:spcPts val="0"/>
              </a:spcAft>
              <a:buClr>
                <a:schemeClr val="dk2"/>
              </a:buClr>
              <a:buSzPts val="1000"/>
              <a:buNone/>
              <a:defRPr i="1" sz="1000">
                <a:latin typeface="IBM Plex Mono Medium"/>
                <a:ea typeface="IBM Plex Mono Medium"/>
                <a:cs typeface="IBM Plex Mono Medium"/>
                <a:sym typeface="IBM Plex Mono Medium"/>
              </a:defRPr>
            </a:lvl1pPr>
            <a:lvl2pPr indent="-228600" lvl="1" marL="914400" algn="l">
              <a:lnSpc>
                <a:spcPct val="90000"/>
              </a:lnSpc>
              <a:spcBef>
                <a:spcPts val="400"/>
              </a:spcBef>
              <a:spcAft>
                <a:spcPts val="0"/>
              </a:spcAft>
              <a:buClr>
                <a:schemeClr val="dk2"/>
              </a:buClr>
              <a:buSzPts val="900"/>
              <a:buNone/>
              <a:defRPr sz="900">
                <a:latin typeface="IBM Plex Sans"/>
                <a:ea typeface="IBM Plex Sans"/>
                <a:cs typeface="IBM Plex Sans"/>
                <a:sym typeface="IBM Plex Sans"/>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9" name="Google Shape;719;p77"/>
          <p:cNvSpPr/>
          <p:nvPr/>
        </p:nvSpPr>
        <p:spPr>
          <a:xfrm>
            <a:off x="7047949" y="1988492"/>
            <a:ext cx="1505907" cy="143566"/>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20" name="Google Shape;720;p77"/>
          <p:cNvSpPr/>
          <p:nvPr>
            <p:ph idx="3" type="pic"/>
          </p:nvPr>
        </p:nvSpPr>
        <p:spPr>
          <a:xfrm>
            <a:off x="7047949" y="416597"/>
            <a:ext cx="1508700" cy="1508700"/>
          </a:xfrm>
          <a:prstGeom prst="rect">
            <a:avLst/>
          </a:prstGeom>
          <a:solidFill>
            <a:schemeClr val="accent1"/>
          </a:solidFill>
          <a:ln>
            <a:noFill/>
          </a:ln>
        </p:spPr>
      </p:sp>
      <p:sp>
        <p:nvSpPr>
          <p:cNvPr id="721" name="Google Shape;721;p77"/>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O - 1UP">
  <p:cSld name="3_BIO - 1UP">
    <p:spTree>
      <p:nvGrpSpPr>
        <p:cNvPr id="722" name="Shape 722"/>
        <p:cNvGrpSpPr/>
        <p:nvPr/>
      </p:nvGrpSpPr>
      <p:grpSpPr>
        <a:xfrm>
          <a:off x="0" y="0"/>
          <a:ext cx="0" cy="0"/>
          <a:chOff x="0" y="0"/>
          <a:chExt cx="0" cy="0"/>
        </a:xfrm>
      </p:grpSpPr>
      <p:sp>
        <p:nvSpPr>
          <p:cNvPr id="723" name="Google Shape;723;p78"/>
          <p:cNvSpPr/>
          <p:nvPr>
            <p:ph idx="2" type="pic"/>
          </p:nvPr>
        </p:nvSpPr>
        <p:spPr>
          <a:xfrm>
            <a:off x="7247335" y="273843"/>
            <a:ext cx="1125000" cy="1125300"/>
          </a:xfrm>
          <a:prstGeom prst="rect">
            <a:avLst/>
          </a:prstGeom>
          <a:solidFill>
            <a:schemeClr val="accent1"/>
          </a:solidFill>
          <a:ln>
            <a:noFill/>
          </a:ln>
        </p:spPr>
      </p:sp>
      <p:sp>
        <p:nvSpPr>
          <p:cNvPr id="724" name="Google Shape;724;p78"/>
          <p:cNvSpPr txBox="1"/>
          <p:nvPr>
            <p:ph idx="1" type="body"/>
          </p:nvPr>
        </p:nvSpPr>
        <p:spPr>
          <a:xfrm>
            <a:off x="4806554" y="688181"/>
            <a:ext cx="1784700" cy="410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0"/>
              </a:spcBef>
              <a:spcAft>
                <a:spcPts val="0"/>
              </a:spcAft>
              <a:buClr>
                <a:schemeClr val="dk2"/>
              </a:buClr>
              <a:buSzPts val="2100"/>
              <a:buNone/>
              <a:defRPr sz="2100">
                <a:solidFill>
                  <a:schemeClr val="dk2"/>
                </a:solidFill>
                <a:latin typeface="IBM Plex Sans SemiBold"/>
                <a:ea typeface="IBM Plex Sans SemiBold"/>
                <a:cs typeface="IBM Plex Sans SemiBold"/>
                <a:sym typeface="IBM Plex Sans SemiBold"/>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5" name="Google Shape;725;p78"/>
          <p:cNvSpPr txBox="1"/>
          <p:nvPr>
            <p:ph type="title"/>
          </p:nvPr>
        </p:nvSpPr>
        <p:spPr>
          <a:xfrm>
            <a:off x="685801" y="687638"/>
            <a:ext cx="1783200" cy="411600"/>
          </a:xfrm>
          <a:prstGeom prst="rect">
            <a:avLst/>
          </a:prstGeom>
          <a:noFill/>
          <a:ln>
            <a:noFill/>
          </a:ln>
        </p:spPr>
        <p:txBody>
          <a:bodyPr anchorCtr="0" anchor="t" bIns="34275" lIns="68575" spcFirstLastPara="1" rIns="68575" wrap="square" tIns="0">
            <a:noAutofit/>
          </a:bodyPr>
          <a:lstStyle>
            <a:lvl1pPr lvl="0" algn="l">
              <a:lnSpc>
                <a:spcPct val="90000"/>
              </a:lnSpc>
              <a:spcBef>
                <a:spcPts val="0"/>
              </a:spcBef>
              <a:spcAft>
                <a:spcPts val="0"/>
              </a:spcAft>
              <a:buClr>
                <a:schemeClr val="dk2"/>
              </a:buClr>
              <a:buSzPts val="2100"/>
              <a:buFont typeface="IBM Plex Sans SemiBold"/>
              <a:buNone/>
              <a:defRPr>
                <a:latin typeface="IBM Plex Sans SemiBold"/>
                <a:ea typeface="IBM Plex Sans SemiBold"/>
                <a:cs typeface="IBM Plex Sans SemiBold"/>
                <a:sym typeface="IBM Plex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26" name="Google Shape;726;p78"/>
          <p:cNvSpPr txBox="1"/>
          <p:nvPr>
            <p:ph idx="3" type="body"/>
          </p:nvPr>
        </p:nvSpPr>
        <p:spPr>
          <a:xfrm>
            <a:off x="685799" y="1370157"/>
            <a:ext cx="3566100" cy="3280500"/>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800"/>
              </a:spcBef>
              <a:spcAft>
                <a:spcPts val="0"/>
              </a:spcAft>
              <a:buClr>
                <a:schemeClr val="dk2"/>
              </a:buClr>
              <a:buSzPts val="900"/>
              <a:buFont typeface="IBM Plex Sans"/>
              <a:buNone/>
              <a:defRPr sz="9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7" name="Google Shape;727;p78"/>
          <p:cNvSpPr/>
          <p:nvPr/>
        </p:nvSpPr>
        <p:spPr>
          <a:xfrm>
            <a:off x="3126785" y="1450356"/>
            <a:ext cx="1127539" cy="107981"/>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28" name="Google Shape;728;p78"/>
          <p:cNvSpPr/>
          <p:nvPr>
            <p:ph idx="4" type="pic"/>
          </p:nvPr>
        </p:nvSpPr>
        <p:spPr>
          <a:xfrm>
            <a:off x="3126785" y="273844"/>
            <a:ext cx="1125300" cy="1125300"/>
          </a:xfrm>
          <a:prstGeom prst="rect">
            <a:avLst/>
          </a:prstGeom>
          <a:solidFill>
            <a:schemeClr val="accent1"/>
          </a:solidFill>
          <a:ln>
            <a:noFill/>
          </a:ln>
        </p:spPr>
      </p:sp>
      <p:sp>
        <p:nvSpPr>
          <p:cNvPr id="729" name="Google Shape;729;p78"/>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730" name="Google Shape;730;p78"/>
          <p:cNvSpPr txBox="1"/>
          <p:nvPr>
            <p:ph idx="5" type="body"/>
          </p:nvPr>
        </p:nvSpPr>
        <p:spPr>
          <a:xfrm>
            <a:off x="4806315" y="1370157"/>
            <a:ext cx="3566100" cy="3280500"/>
          </a:xfrm>
          <a:prstGeom prst="rect">
            <a:avLst/>
          </a:prstGeom>
          <a:noFill/>
          <a:ln>
            <a:noFill/>
          </a:ln>
        </p:spPr>
        <p:txBody>
          <a:bodyPr anchorCtr="0" anchor="t" bIns="34275" lIns="68575" spcFirstLastPara="1" rIns="0" wrap="square" tIns="34275">
            <a:noAutofit/>
          </a:bodyPr>
          <a:lstStyle>
            <a:lvl1pPr indent="-228600" lvl="0" marL="457200" algn="l">
              <a:lnSpc>
                <a:spcPct val="100000"/>
              </a:lnSpc>
              <a:spcBef>
                <a:spcPts val="800"/>
              </a:spcBef>
              <a:spcAft>
                <a:spcPts val="0"/>
              </a:spcAft>
              <a:buClr>
                <a:schemeClr val="dk2"/>
              </a:buClr>
              <a:buSzPts val="900"/>
              <a:buFont typeface="IBM Plex Sans"/>
              <a:buNone/>
              <a:defRPr sz="900">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1" name="Google Shape;731;p78"/>
          <p:cNvSpPr/>
          <p:nvPr/>
        </p:nvSpPr>
        <p:spPr>
          <a:xfrm>
            <a:off x="7247302" y="1450356"/>
            <a:ext cx="1127539" cy="107981"/>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732" name="Google Shape;732;p78"/>
          <p:cNvSpPr txBox="1"/>
          <p:nvPr>
            <p:ph idx="6" type="body"/>
          </p:nvPr>
        </p:nvSpPr>
        <p:spPr>
          <a:xfrm>
            <a:off x="4806554" y="1370410"/>
            <a:ext cx="3565800" cy="3280200"/>
          </a:xfrm>
          <a:prstGeom prst="rect">
            <a:avLst/>
          </a:prstGeom>
          <a:noFill/>
          <a:ln>
            <a:noFill/>
          </a:ln>
        </p:spPr>
        <p:txBody>
          <a:bodyPr anchorCtr="0" anchor="t" bIns="34275" lIns="68575" spcFirstLastPara="1" rIns="68575" wrap="square" tIns="34275">
            <a:noAutofit/>
          </a:bodyPr>
          <a:lstStyle>
            <a:lvl1pPr indent="-285750" lvl="0" marL="457200" algn="l">
              <a:lnSpc>
                <a:spcPct val="90000"/>
              </a:lnSpc>
              <a:spcBef>
                <a:spcPts val="800"/>
              </a:spcBef>
              <a:spcAft>
                <a:spcPts val="0"/>
              </a:spcAft>
              <a:buClr>
                <a:schemeClr val="dk2"/>
              </a:buClr>
              <a:buSzPts val="900"/>
              <a:buChar char="+"/>
              <a:defRPr sz="900">
                <a:solidFill>
                  <a:schemeClr val="dk2"/>
                </a:solidFill>
                <a:latin typeface="IBM Plex Sans"/>
                <a:ea typeface="IBM Plex Sans"/>
                <a:cs typeface="IBM Plex Sans"/>
                <a:sym typeface="IBM Plex Sans"/>
              </a:defRPr>
            </a:lvl1pPr>
            <a:lvl2pPr indent="-317500" lvl="1" marL="914400" algn="l">
              <a:lnSpc>
                <a:spcPct val="90000"/>
              </a:lnSpc>
              <a:spcBef>
                <a:spcPts val="400"/>
              </a:spcBef>
              <a:spcAft>
                <a:spcPts val="0"/>
              </a:spcAft>
              <a:buClr>
                <a:schemeClr val="dk2"/>
              </a:buClr>
              <a:buSzPts val="1400"/>
              <a:buChar char="+"/>
              <a:defRPr/>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33" name="Shape 733"/>
        <p:cNvGrpSpPr/>
        <p:nvPr/>
      </p:nvGrpSpPr>
      <p:grpSpPr>
        <a:xfrm>
          <a:off x="0" y="0"/>
          <a:ext cx="0" cy="0"/>
          <a:chOff x="0" y="0"/>
          <a:chExt cx="0" cy="0"/>
        </a:xfrm>
      </p:grpSpPr>
      <p:sp>
        <p:nvSpPr>
          <p:cNvPr id="734" name="Google Shape;734;p79"/>
          <p:cNvSpPr txBox="1"/>
          <p:nvPr>
            <p:ph type="title"/>
          </p:nvPr>
        </p:nvSpPr>
        <p:spPr>
          <a:xfrm>
            <a:off x="311700" y="445025"/>
            <a:ext cx="8520600" cy="572700"/>
          </a:xfrm>
          <a:prstGeom prst="rect">
            <a:avLst/>
          </a:prstGeom>
        </p:spPr>
        <p:txBody>
          <a:bodyPr anchorCtr="0" anchor="t" bIns="34275" lIns="68575" spcFirstLastPara="1" rIns="68575" wrap="square" tIns="274325">
            <a:no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5" name="Google Shape;735;p79"/>
          <p:cNvSpPr txBox="1"/>
          <p:nvPr>
            <p:ph idx="1" type="body"/>
          </p:nvPr>
        </p:nvSpPr>
        <p:spPr>
          <a:xfrm>
            <a:off x="311700" y="1152475"/>
            <a:ext cx="8520600" cy="3416400"/>
          </a:xfrm>
          <a:prstGeom prst="rect">
            <a:avLst/>
          </a:prstGeom>
        </p:spPr>
        <p:txBody>
          <a:bodyPr anchorCtr="0" anchor="t" bIns="34275" lIns="68575" spcFirstLastPara="1" rIns="68575" wrap="square" tIns="34275">
            <a:noAutofit/>
          </a:bodyPr>
          <a:lstStyle>
            <a:lvl1pPr indent="-323850" lvl="0" marL="457200">
              <a:spcBef>
                <a:spcPts val="800"/>
              </a:spcBef>
              <a:spcAft>
                <a:spcPts val="0"/>
              </a:spcAft>
              <a:buSzPts val="1500"/>
              <a:buChar char="+"/>
              <a:defRPr/>
            </a:lvl1pPr>
            <a:lvl2pPr indent="-317500" lvl="1" marL="914400">
              <a:spcBef>
                <a:spcPts val="400"/>
              </a:spcBef>
              <a:spcAft>
                <a:spcPts val="0"/>
              </a:spcAft>
              <a:buSzPts val="1400"/>
              <a:buChar char="+"/>
              <a:defRPr/>
            </a:lvl2pPr>
            <a:lvl3pPr indent="-304800" lvl="2" marL="1371600">
              <a:spcBef>
                <a:spcPts val="400"/>
              </a:spcBef>
              <a:spcAft>
                <a:spcPts val="0"/>
              </a:spcAft>
              <a:buSzPts val="1200"/>
              <a:buChar char="+"/>
              <a:defRPr/>
            </a:lvl3pPr>
            <a:lvl4pPr indent="-298450" lvl="3" marL="1828800">
              <a:spcBef>
                <a:spcPts val="400"/>
              </a:spcBef>
              <a:spcAft>
                <a:spcPts val="0"/>
              </a:spcAft>
              <a:buSzPts val="11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736" name="Google Shape;736;p79"/>
          <p:cNvSpPr txBox="1"/>
          <p:nvPr>
            <p:ph idx="12" type="sldNum"/>
          </p:nvPr>
        </p:nvSpPr>
        <p:spPr>
          <a:xfrm>
            <a:off x="8472458" y="4663217"/>
            <a:ext cx="548700" cy="393600"/>
          </a:xfrm>
          <a:prstGeom prst="rect">
            <a:avLst/>
          </a:prstGeom>
        </p:spPr>
        <p:txBody>
          <a:bodyPr anchorCtr="0" anchor="ctr" bIns="34275" lIns="68575" spcFirstLastPara="1" rIns="137150"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rgbClr val="6D6E71"/>
        </a:solidFill>
      </p:bgPr>
    </p:bg>
    <p:spTree>
      <p:nvGrpSpPr>
        <p:cNvPr id="737" name="Shape 737"/>
        <p:cNvGrpSpPr/>
        <p:nvPr/>
      </p:nvGrpSpPr>
      <p:grpSpPr>
        <a:xfrm>
          <a:off x="0" y="0"/>
          <a:ext cx="0" cy="0"/>
          <a:chOff x="0" y="0"/>
          <a:chExt cx="0" cy="0"/>
        </a:xfrm>
      </p:grpSpPr>
      <p:pic>
        <p:nvPicPr>
          <p:cNvPr id="738" name="Google Shape;738;p8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39" name="Google Shape;739;p80"/>
          <p:cNvSpPr/>
          <p:nvPr/>
        </p:nvSpPr>
        <p:spPr>
          <a:xfrm>
            <a:off x="8494713" y="3988594"/>
            <a:ext cx="138600" cy="346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Times"/>
              <a:ea typeface="Times"/>
              <a:cs typeface="Times"/>
              <a:sym typeface="Times"/>
            </a:endParaRPr>
          </a:p>
        </p:txBody>
      </p:sp>
      <p:sp>
        <p:nvSpPr>
          <p:cNvPr id="740" name="Google Shape;740;p80"/>
          <p:cNvSpPr txBox="1"/>
          <p:nvPr>
            <p:ph type="ctrTitle"/>
          </p:nvPr>
        </p:nvSpPr>
        <p:spPr>
          <a:xfrm>
            <a:off x="533400" y="1771650"/>
            <a:ext cx="8028000" cy="743100"/>
          </a:xfrm>
          <a:prstGeom prst="rect">
            <a:avLst/>
          </a:prstGeom>
          <a:noFill/>
          <a:ln>
            <a:noFill/>
          </a:ln>
        </p:spPr>
        <p:txBody>
          <a:bodyPr anchorCtr="0" anchor="t" bIns="34275" lIns="68575" spcFirstLastPara="1" rIns="68575" wrap="square" tIns="34275">
            <a:noAutofit/>
          </a:bodyPr>
          <a:lstStyle>
            <a:lvl1pPr lvl="0" marR="0" algn="ctr">
              <a:spcBef>
                <a:spcPts val="0"/>
              </a:spcBef>
              <a:spcAft>
                <a:spcPts val="0"/>
              </a:spcAft>
              <a:buSzPts val="1100"/>
              <a:buNone/>
              <a:defRPr b="1" i="0" sz="3200" u="none" cap="none" strike="noStrike">
                <a:solidFill>
                  <a:srgbClr val="FFFFFF"/>
                </a:solidFill>
                <a:latin typeface="Arial"/>
                <a:ea typeface="Arial"/>
                <a:cs typeface="Arial"/>
                <a:sym typeface="Arial"/>
              </a:defRPr>
            </a:lvl1pPr>
            <a:lvl2pPr lvl="1" marR="0" algn="l">
              <a:spcBef>
                <a:spcPts val="0"/>
              </a:spcBef>
              <a:spcAft>
                <a:spcPts val="0"/>
              </a:spcAft>
              <a:buSzPts val="1100"/>
              <a:buNone/>
              <a:defRPr b="0" i="0" sz="3300" u="none" cap="none" strike="noStrike">
                <a:solidFill>
                  <a:srgbClr val="595959"/>
                </a:solidFill>
                <a:latin typeface="Calibri"/>
                <a:ea typeface="Calibri"/>
                <a:cs typeface="Calibri"/>
                <a:sym typeface="Calibri"/>
              </a:defRPr>
            </a:lvl2pPr>
            <a:lvl3pPr lvl="2" marR="0" algn="l">
              <a:spcBef>
                <a:spcPts val="0"/>
              </a:spcBef>
              <a:spcAft>
                <a:spcPts val="0"/>
              </a:spcAft>
              <a:buSzPts val="1100"/>
              <a:buNone/>
              <a:defRPr b="0" i="0" sz="3300" u="none" cap="none" strike="noStrike">
                <a:solidFill>
                  <a:srgbClr val="595959"/>
                </a:solidFill>
                <a:latin typeface="Calibri"/>
                <a:ea typeface="Calibri"/>
                <a:cs typeface="Calibri"/>
                <a:sym typeface="Calibri"/>
              </a:defRPr>
            </a:lvl3pPr>
            <a:lvl4pPr lvl="3" marR="0" algn="l">
              <a:spcBef>
                <a:spcPts val="0"/>
              </a:spcBef>
              <a:spcAft>
                <a:spcPts val="0"/>
              </a:spcAft>
              <a:buSzPts val="1100"/>
              <a:buNone/>
              <a:defRPr b="0" i="0" sz="3300" u="none" cap="none" strike="noStrike">
                <a:solidFill>
                  <a:srgbClr val="595959"/>
                </a:solidFill>
                <a:latin typeface="Calibri"/>
                <a:ea typeface="Calibri"/>
                <a:cs typeface="Calibri"/>
                <a:sym typeface="Calibri"/>
              </a:defRPr>
            </a:lvl4pPr>
            <a:lvl5pPr lvl="4" marR="0" algn="l">
              <a:spcBef>
                <a:spcPts val="0"/>
              </a:spcBef>
              <a:spcAft>
                <a:spcPts val="0"/>
              </a:spcAft>
              <a:buSzPts val="1100"/>
              <a:buNone/>
              <a:defRPr b="0" i="0" sz="3300" u="none" cap="none" strike="noStrike">
                <a:solidFill>
                  <a:srgbClr val="595959"/>
                </a:solidFill>
                <a:latin typeface="Calibri"/>
                <a:ea typeface="Calibri"/>
                <a:cs typeface="Calibri"/>
                <a:sym typeface="Calibri"/>
              </a:defRPr>
            </a:lvl5pPr>
            <a:lvl6pPr lvl="5" marR="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6pPr>
            <a:lvl7pPr lvl="6" marR="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7pPr>
            <a:lvl8pPr lvl="7" marR="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8pPr>
            <a:lvl9pPr lvl="8" marR="0" algn="l">
              <a:spcBef>
                <a:spcPts val="0"/>
              </a:spcBef>
              <a:spcAft>
                <a:spcPts val="0"/>
              </a:spcAft>
              <a:buSzPts val="1100"/>
              <a:buNone/>
              <a:defRPr b="1" i="0" sz="2400" u="none" cap="none" strike="noStrike">
                <a:solidFill>
                  <a:srgbClr val="FFFFFF"/>
                </a:solidFill>
                <a:latin typeface="Arial Black"/>
                <a:ea typeface="Arial Black"/>
                <a:cs typeface="Arial Black"/>
                <a:sym typeface="Arial Black"/>
              </a:defRPr>
            </a:lvl9pPr>
          </a:lstStyle>
          <a:p/>
        </p:txBody>
      </p:sp>
      <p:sp>
        <p:nvSpPr>
          <p:cNvPr id="741" name="Google Shape;741;p80"/>
          <p:cNvSpPr txBox="1"/>
          <p:nvPr>
            <p:ph idx="1" type="subTitle"/>
          </p:nvPr>
        </p:nvSpPr>
        <p:spPr>
          <a:xfrm>
            <a:off x="533400" y="2400300"/>
            <a:ext cx="8032800" cy="514500"/>
          </a:xfrm>
          <a:prstGeom prst="rect">
            <a:avLst/>
          </a:prstGeom>
          <a:noFill/>
          <a:ln>
            <a:noFill/>
          </a:ln>
        </p:spPr>
        <p:txBody>
          <a:bodyPr anchorCtr="0" anchor="t" bIns="34275" lIns="68575" spcFirstLastPara="1" rIns="68575" wrap="square" tIns="34275">
            <a:noAutofit/>
          </a:bodyPr>
          <a:lstStyle>
            <a:lvl1pPr lvl="0" marR="0" algn="ctr">
              <a:spcBef>
                <a:spcPts val="400"/>
              </a:spcBef>
              <a:spcAft>
                <a:spcPts val="0"/>
              </a:spcAft>
              <a:buClr>
                <a:srgbClr val="FFFFFF"/>
              </a:buClr>
              <a:buSzPts val="1400"/>
              <a:buFont typeface="Noto Sans Symbols"/>
              <a:buNone/>
              <a:defRPr b="0" i="0" sz="1800" u="none" cap="none" strike="noStrike">
                <a:solidFill>
                  <a:srgbClr val="FFFFFF"/>
                </a:solidFill>
                <a:latin typeface="Arial"/>
                <a:ea typeface="Arial"/>
                <a:cs typeface="Arial"/>
                <a:sym typeface="Arial"/>
              </a:defRPr>
            </a:lvl1pPr>
            <a:lvl2pPr lvl="1" marR="0" algn="l">
              <a:spcBef>
                <a:spcPts val="400"/>
              </a:spcBef>
              <a:spcAft>
                <a:spcPts val="0"/>
              </a:spcAft>
              <a:buClr>
                <a:srgbClr val="000000"/>
              </a:buClr>
              <a:buSzPts val="1400"/>
              <a:buFont typeface="Arial"/>
              <a:buAutoNum type="alphaLcParenR"/>
              <a:defRPr b="0" i="0" sz="1800" u="none" cap="none" strike="noStrike">
                <a:solidFill>
                  <a:srgbClr val="000000"/>
                </a:solidFill>
                <a:latin typeface="Calibri"/>
                <a:ea typeface="Calibri"/>
                <a:cs typeface="Calibri"/>
                <a:sym typeface="Calibri"/>
              </a:defRPr>
            </a:lvl2pPr>
            <a:lvl3pPr lvl="2" marR="0" algn="l">
              <a:spcBef>
                <a:spcPts val="300"/>
              </a:spcBef>
              <a:spcAft>
                <a:spcPts val="0"/>
              </a:spcAft>
              <a:buClr>
                <a:srgbClr val="000000"/>
              </a:buClr>
              <a:buSzPts val="1500"/>
              <a:buFont typeface="Times"/>
              <a:buChar char="•"/>
              <a:defRPr b="0" i="0" sz="1500" u="none" cap="none" strike="noStrike">
                <a:solidFill>
                  <a:srgbClr val="000000"/>
                </a:solidFill>
                <a:latin typeface="Calibri"/>
                <a:ea typeface="Calibri"/>
                <a:cs typeface="Calibri"/>
                <a:sym typeface="Calibri"/>
              </a:defRPr>
            </a:lvl3pPr>
            <a:lvl4pPr lvl="3" marR="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4pPr>
            <a:lvl5pPr lvl="4" marR="0" algn="l">
              <a:spcBef>
                <a:spcPts val="200"/>
              </a:spcBef>
              <a:spcAft>
                <a:spcPts val="0"/>
              </a:spcAft>
              <a:buClr>
                <a:srgbClr val="000000"/>
              </a:buClr>
              <a:buSzPts val="1200"/>
              <a:buFont typeface="Times"/>
              <a:buChar char="•"/>
              <a:defRPr b="0" i="0" sz="1200" u="none" cap="none" strike="noStrike">
                <a:solidFill>
                  <a:srgbClr val="000000"/>
                </a:solidFill>
                <a:latin typeface="Calibri"/>
                <a:ea typeface="Calibri"/>
                <a:cs typeface="Calibri"/>
                <a:sym typeface="Calibri"/>
              </a:defRPr>
            </a:lvl5pPr>
            <a:lvl6pPr lvl="5" marR="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6pPr>
            <a:lvl7pPr lvl="6" marR="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7pPr>
            <a:lvl8pPr lvl="7" marR="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8pPr>
            <a:lvl9pPr lvl="8" marR="0" algn="l">
              <a:spcBef>
                <a:spcPts val="300"/>
              </a:spcBef>
              <a:spcAft>
                <a:spcPts val="0"/>
              </a:spcAft>
              <a:buClr>
                <a:srgbClr val="FFFFFF"/>
              </a:buClr>
              <a:buSzPts val="1500"/>
              <a:buFont typeface="Times"/>
              <a:buChar char="•"/>
              <a:defRPr b="0" i="0" sz="1500" u="none" cap="none" strike="noStrike">
                <a:solidFill>
                  <a:srgbClr val="FFFFFF"/>
                </a:solidFill>
                <a:latin typeface="Georgia"/>
                <a:ea typeface="Georgia"/>
                <a:cs typeface="Georgia"/>
                <a:sym typeface="Georgia"/>
              </a:defRPr>
            </a:lvl9pPr>
          </a:lstStyle>
          <a:p/>
        </p:txBody>
      </p:sp>
      <p:pic>
        <p:nvPicPr>
          <p:cNvPr id="742" name="Google Shape;742;p80"/>
          <p:cNvPicPr preferRelativeResize="0"/>
          <p:nvPr/>
        </p:nvPicPr>
        <p:blipFill rotWithShape="1">
          <a:blip r:embed="rId3">
            <a:alphaModFix/>
          </a:blip>
          <a:srcRect b="0" l="0" r="0" t="0"/>
          <a:stretch/>
        </p:blipFill>
        <p:spPr>
          <a:xfrm>
            <a:off x="3865946" y="171450"/>
            <a:ext cx="1399795" cy="3143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0"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0"/>
            <a:ext cx="7686600" cy="994200"/>
          </a:xfrm>
          <a:prstGeom prst="rect">
            <a:avLst/>
          </a:prstGeom>
          <a:noFill/>
          <a:ln>
            <a:noFill/>
          </a:ln>
        </p:spPr>
        <p:txBody>
          <a:bodyPr anchorCtr="0" anchor="t" bIns="34275" lIns="68575" spcFirstLastPara="1" rIns="68575" wrap="square" tIns="274325">
            <a:noAutofit/>
          </a:bodyPr>
          <a:lstStyle>
            <a:lvl1pPr lvl="0" marR="0" rtl="0" algn="l">
              <a:lnSpc>
                <a:spcPct val="90000"/>
              </a:lnSpc>
              <a:spcBef>
                <a:spcPts val="0"/>
              </a:spcBef>
              <a:spcAft>
                <a:spcPts val="0"/>
              </a:spcAft>
              <a:buClr>
                <a:schemeClr val="dk2"/>
              </a:buClr>
              <a:buSzPts val="2100"/>
              <a:buFont typeface="IBM Plex Sans SemiBold"/>
              <a:buNone/>
              <a:defRPr b="0" i="0" sz="2100" u="none" cap="none" strike="noStrike">
                <a:solidFill>
                  <a:schemeClr val="dk2"/>
                </a:solidFill>
                <a:latin typeface="IBM Plex Sans SemiBold"/>
                <a:ea typeface="IBM Plex Sans SemiBold"/>
                <a:cs typeface="IBM Plex Sans SemiBold"/>
                <a:sym typeface="IBM Plex Sans SemiBold"/>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342900" y="1369219"/>
            <a:ext cx="7686600" cy="32634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90000"/>
              </a:lnSpc>
              <a:spcBef>
                <a:spcPts val="800"/>
              </a:spcBef>
              <a:spcAft>
                <a:spcPts val="0"/>
              </a:spcAft>
              <a:buClr>
                <a:schemeClr val="dk2"/>
              </a:buClr>
              <a:buSzPts val="1500"/>
              <a:buFont typeface="IBM Plex Sans"/>
              <a:buChar char="+"/>
              <a:defRPr b="0" i="0" sz="1500" u="none" cap="none" strike="noStrike">
                <a:solidFill>
                  <a:schemeClr val="dk2"/>
                </a:solidFill>
                <a:latin typeface="IBM Plex Sans"/>
                <a:ea typeface="IBM Plex Sans"/>
                <a:cs typeface="IBM Plex Sans"/>
                <a:sym typeface="IBM Plex Sans"/>
              </a:defRPr>
            </a:lvl1pPr>
            <a:lvl2pPr indent="-317500" lvl="1" marL="914400" marR="0" rtl="0" algn="l">
              <a:lnSpc>
                <a:spcPct val="90000"/>
              </a:lnSpc>
              <a:spcBef>
                <a:spcPts val="400"/>
              </a:spcBef>
              <a:spcAft>
                <a:spcPts val="0"/>
              </a:spcAft>
              <a:buClr>
                <a:schemeClr val="dk2"/>
              </a:buClr>
              <a:buSzPts val="1400"/>
              <a:buFont typeface="IBM Plex Sans"/>
              <a:buChar char="+"/>
              <a:defRPr b="0" i="0" sz="1400" u="none" cap="none" strike="noStrike">
                <a:solidFill>
                  <a:schemeClr val="dk2"/>
                </a:solidFill>
                <a:latin typeface="IBM Plex Sans"/>
                <a:ea typeface="IBM Plex Sans"/>
                <a:cs typeface="IBM Plex Sans"/>
                <a:sym typeface="IBM Plex Sans"/>
              </a:defRPr>
            </a:lvl2pPr>
            <a:lvl3pPr indent="-304800" lvl="2" marL="1371600" marR="0" rtl="0" algn="l">
              <a:lnSpc>
                <a:spcPct val="90000"/>
              </a:lnSpc>
              <a:spcBef>
                <a:spcPts val="400"/>
              </a:spcBef>
              <a:spcAft>
                <a:spcPts val="0"/>
              </a:spcAft>
              <a:buClr>
                <a:schemeClr val="dk2"/>
              </a:buClr>
              <a:buSzPts val="1200"/>
              <a:buFont typeface="IBM Plex Sans"/>
              <a:buChar char="+"/>
              <a:defRPr b="0" i="0" sz="1200" u="none" cap="none" strike="noStrike">
                <a:solidFill>
                  <a:schemeClr val="dk2"/>
                </a:solidFill>
                <a:latin typeface="IBM Plex Sans"/>
                <a:ea typeface="IBM Plex Sans"/>
                <a:cs typeface="IBM Plex Sans"/>
                <a:sym typeface="IBM Plex Sans"/>
              </a:defRPr>
            </a:lvl3pPr>
            <a:lvl4pPr indent="-298450" lvl="3" marL="1828800"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4pPr>
            <a:lvl5pPr indent="-298450" lvl="4" marL="2286000" marR="0" rtl="0" algn="l">
              <a:lnSpc>
                <a:spcPct val="90000"/>
              </a:lnSpc>
              <a:spcBef>
                <a:spcPts val="400"/>
              </a:spcBef>
              <a:spcAft>
                <a:spcPts val="0"/>
              </a:spcAft>
              <a:buClr>
                <a:schemeClr val="dk2"/>
              </a:buClr>
              <a:buSzPts val="1100"/>
              <a:buFont typeface="IBM Plex Sans"/>
              <a:buChar char="+"/>
              <a:defRPr b="0" i="0" sz="1100" u="none" cap="none" strike="noStrike">
                <a:solidFill>
                  <a:schemeClr val="dk2"/>
                </a:solidFill>
                <a:latin typeface="IBM Plex Sans"/>
                <a:ea typeface="IBM Plex Sans"/>
                <a:cs typeface="IBM Plex Sans"/>
                <a:sym typeface="IBM Plex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IBM Plex Sans"/>
                <a:ea typeface="IBM Plex Sans"/>
                <a:cs typeface="IBM Plex Sans"/>
                <a:sym typeface="IBM Plex Sans"/>
              </a:defRPr>
            </a:lvl9pPr>
          </a:lstStyle>
          <a:p/>
        </p:txBody>
      </p:sp>
      <p:sp>
        <p:nvSpPr>
          <p:cNvPr id="8" name="Google Shape;8;p1"/>
          <p:cNvSpPr txBox="1"/>
          <p:nvPr>
            <p:ph idx="10" type="dt"/>
          </p:nvPr>
        </p:nvSpPr>
        <p:spPr>
          <a:xfrm>
            <a:off x="3543300" y="4767263"/>
            <a:ext cx="20574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700" u="none" cap="none" strike="noStrike">
                <a:solidFill>
                  <a:srgbClr val="7F7F7F"/>
                </a:solidFill>
                <a:latin typeface="IBM Plex Sans"/>
                <a:ea typeface="IBM Plex Sans"/>
                <a:cs typeface="IBM Plex Sans"/>
                <a:sym typeface="IBM Plex Sans"/>
              </a:defRPr>
            </a:lvl1pPr>
            <a:lvl2pPr lvl="1"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9pPr>
          </a:lstStyle>
          <a:p/>
        </p:txBody>
      </p:sp>
      <p:sp>
        <p:nvSpPr>
          <p:cNvPr id="9" name="Google Shape;9;p1"/>
          <p:cNvSpPr txBox="1"/>
          <p:nvPr>
            <p:ph idx="11" type="ftr"/>
          </p:nvPr>
        </p:nvSpPr>
        <p:spPr>
          <a:xfrm>
            <a:off x="107153" y="4333961"/>
            <a:ext cx="30861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600" u="none" cap="none" strike="noStrike">
                <a:solidFill>
                  <a:srgbClr val="7F7F7F"/>
                </a:solidFill>
                <a:latin typeface="IBM Plex Sans"/>
                <a:ea typeface="IBM Plex Sans"/>
                <a:cs typeface="IBM Plex Sans"/>
                <a:sym typeface="IBM Plex Sans"/>
              </a:defRPr>
            </a:lvl1pPr>
            <a:lvl2pPr lvl="1"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100"/>
              <a:buNone/>
              <a:defRPr b="0" i="0" sz="1400" u="none" cap="none" strike="noStrike">
                <a:solidFill>
                  <a:schemeClr val="dk1"/>
                </a:solidFill>
                <a:latin typeface="IBM Plex Sans"/>
                <a:ea typeface="IBM Plex Sans"/>
                <a:cs typeface="IBM Plex Sans"/>
                <a:sym typeface="IBM Plex Sans"/>
              </a:defRPr>
            </a:lvl9pPr>
          </a:lstStyle>
          <a:p/>
        </p:txBody>
      </p:sp>
      <p:sp>
        <p:nvSpPr>
          <p:cNvPr id="10" name="Google Shape;10;p1"/>
          <p:cNvSpPr txBox="1"/>
          <p:nvPr>
            <p:ph idx="12" type="sldNum"/>
          </p:nvPr>
        </p:nvSpPr>
        <p:spPr>
          <a:xfrm>
            <a:off x="7086600" y="0"/>
            <a:ext cx="2057400" cy="273900"/>
          </a:xfrm>
          <a:prstGeom prst="rect">
            <a:avLst/>
          </a:prstGeom>
          <a:noFill/>
          <a:ln>
            <a:noFill/>
          </a:ln>
        </p:spPr>
        <p:txBody>
          <a:bodyPr anchorCtr="0" anchor="ctr" bIns="34275" lIns="68575" spcFirstLastPara="1" rIns="137150" wrap="square" tIns="34275">
            <a:noAutofit/>
          </a:bodyPr>
          <a:lstStyle>
            <a:lvl1pPr indent="0" lvl="0" marL="0" marR="0" rtl="0" algn="r">
              <a:spcBef>
                <a:spcPts val="0"/>
              </a:spcBef>
              <a:buNone/>
              <a:defRPr b="0" i="0" sz="700" u="none" cap="none" strike="noStrike">
                <a:solidFill>
                  <a:srgbClr val="7F7F7F"/>
                </a:solidFill>
                <a:latin typeface="IBM Plex Sans"/>
                <a:ea typeface="IBM Plex Sans"/>
                <a:cs typeface="IBM Plex Sans"/>
                <a:sym typeface="IBM Plex Sans"/>
              </a:defRPr>
            </a:lvl1pPr>
            <a:lvl2pPr indent="0" lvl="1" marL="0" marR="0" rtl="0" algn="r">
              <a:spcBef>
                <a:spcPts val="0"/>
              </a:spcBef>
              <a:buNone/>
              <a:defRPr b="0" i="0" sz="700" u="none" cap="none" strike="noStrike">
                <a:solidFill>
                  <a:srgbClr val="7F7F7F"/>
                </a:solidFill>
                <a:latin typeface="IBM Plex Sans"/>
                <a:ea typeface="IBM Plex Sans"/>
                <a:cs typeface="IBM Plex Sans"/>
                <a:sym typeface="IBM Plex Sans"/>
              </a:defRPr>
            </a:lvl2pPr>
            <a:lvl3pPr indent="0" lvl="2" marL="0" marR="0" rtl="0" algn="r">
              <a:spcBef>
                <a:spcPts val="0"/>
              </a:spcBef>
              <a:buNone/>
              <a:defRPr b="0" i="0" sz="700" u="none" cap="none" strike="noStrike">
                <a:solidFill>
                  <a:srgbClr val="7F7F7F"/>
                </a:solidFill>
                <a:latin typeface="IBM Plex Sans"/>
                <a:ea typeface="IBM Plex Sans"/>
                <a:cs typeface="IBM Plex Sans"/>
                <a:sym typeface="IBM Plex Sans"/>
              </a:defRPr>
            </a:lvl3pPr>
            <a:lvl4pPr indent="0" lvl="3" marL="0" marR="0" rtl="0" algn="r">
              <a:spcBef>
                <a:spcPts val="0"/>
              </a:spcBef>
              <a:buNone/>
              <a:defRPr b="0" i="0" sz="700" u="none" cap="none" strike="noStrike">
                <a:solidFill>
                  <a:srgbClr val="7F7F7F"/>
                </a:solidFill>
                <a:latin typeface="IBM Plex Sans"/>
                <a:ea typeface="IBM Plex Sans"/>
                <a:cs typeface="IBM Plex Sans"/>
                <a:sym typeface="IBM Plex Sans"/>
              </a:defRPr>
            </a:lvl4pPr>
            <a:lvl5pPr indent="0" lvl="4" marL="0" marR="0" rtl="0" algn="r">
              <a:spcBef>
                <a:spcPts val="0"/>
              </a:spcBef>
              <a:buNone/>
              <a:defRPr b="0" i="0" sz="700" u="none" cap="none" strike="noStrike">
                <a:solidFill>
                  <a:srgbClr val="7F7F7F"/>
                </a:solidFill>
                <a:latin typeface="IBM Plex Sans"/>
                <a:ea typeface="IBM Plex Sans"/>
                <a:cs typeface="IBM Plex Sans"/>
                <a:sym typeface="IBM Plex Sans"/>
              </a:defRPr>
            </a:lvl5pPr>
            <a:lvl6pPr indent="0" lvl="5" marL="0" marR="0" rtl="0" algn="r">
              <a:spcBef>
                <a:spcPts val="0"/>
              </a:spcBef>
              <a:buNone/>
              <a:defRPr b="0" i="0" sz="700" u="none" cap="none" strike="noStrike">
                <a:solidFill>
                  <a:srgbClr val="7F7F7F"/>
                </a:solidFill>
                <a:latin typeface="IBM Plex Sans"/>
                <a:ea typeface="IBM Plex Sans"/>
                <a:cs typeface="IBM Plex Sans"/>
                <a:sym typeface="IBM Plex Sans"/>
              </a:defRPr>
            </a:lvl6pPr>
            <a:lvl7pPr indent="0" lvl="6" marL="0" marR="0" rtl="0" algn="r">
              <a:spcBef>
                <a:spcPts val="0"/>
              </a:spcBef>
              <a:buNone/>
              <a:defRPr b="0" i="0" sz="700" u="none" cap="none" strike="noStrike">
                <a:solidFill>
                  <a:srgbClr val="7F7F7F"/>
                </a:solidFill>
                <a:latin typeface="IBM Plex Sans"/>
                <a:ea typeface="IBM Plex Sans"/>
                <a:cs typeface="IBM Plex Sans"/>
                <a:sym typeface="IBM Plex Sans"/>
              </a:defRPr>
            </a:lvl7pPr>
            <a:lvl8pPr indent="0" lvl="7" marL="0" marR="0" rtl="0" algn="r">
              <a:spcBef>
                <a:spcPts val="0"/>
              </a:spcBef>
              <a:buNone/>
              <a:defRPr b="0" i="0" sz="700" u="none" cap="none" strike="noStrike">
                <a:solidFill>
                  <a:srgbClr val="7F7F7F"/>
                </a:solidFill>
                <a:latin typeface="IBM Plex Sans"/>
                <a:ea typeface="IBM Plex Sans"/>
                <a:cs typeface="IBM Plex Sans"/>
                <a:sym typeface="IBM Plex Sans"/>
              </a:defRPr>
            </a:lvl8pPr>
            <a:lvl9pPr indent="0" lvl="8" marL="0" marR="0" rtl="0" algn="r">
              <a:spcBef>
                <a:spcPts val="0"/>
              </a:spcBef>
              <a:buNone/>
              <a:defRPr b="0" i="0" sz="700" u="none" cap="none" strike="noStrike">
                <a:solidFill>
                  <a:srgbClr val="7F7F7F"/>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grpSp>
        <p:nvGrpSpPr>
          <p:cNvPr id="11" name="Google Shape;11;p1"/>
          <p:cNvGrpSpPr/>
          <p:nvPr/>
        </p:nvGrpSpPr>
        <p:grpSpPr>
          <a:xfrm>
            <a:off x="8712720" y="4727428"/>
            <a:ext cx="260015" cy="327279"/>
            <a:chOff x="4581525" y="1524000"/>
            <a:chExt cx="3026949" cy="3809999"/>
          </a:xfrm>
        </p:grpSpPr>
        <p:sp>
          <p:nvSpPr>
            <p:cNvPr id="12" name="Google Shape;12;p1"/>
            <p:cNvSpPr/>
            <p:nvPr/>
          </p:nvSpPr>
          <p:spPr>
            <a:xfrm>
              <a:off x="4581525" y="2954845"/>
              <a:ext cx="1397508" cy="1397508"/>
            </a:xfrm>
            <a:custGeom>
              <a:rect b="b" l="l" r="r" t="t"/>
              <a:pathLst>
                <a:path extrusionOk="0" h="1397508" w="1397508">
                  <a:moveTo>
                    <a:pt x="944213" y="0"/>
                  </a:moveTo>
                  <a:lnTo>
                    <a:pt x="453390" y="0"/>
                  </a:lnTo>
                  <a:lnTo>
                    <a:pt x="453390" y="453295"/>
                  </a:lnTo>
                  <a:lnTo>
                    <a:pt x="0" y="453295"/>
                  </a:lnTo>
                  <a:lnTo>
                    <a:pt x="0" y="944118"/>
                  </a:lnTo>
                  <a:lnTo>
                    <a:pt x="453390" y="944118"/>
                  </a:lnTo>
                  <a:lnTo>
                    <a:pt x="453390" y="1397508"/>
                  </a:lnTo>
                  <a:lnTo>
                    <a:pt x="944213" y="1397508"/>
                  </a:lnTo>
                  <a:lnTo>
                    <a:pt x="944213" y="944118"/>
                  </a:lnTo>
                  <a:lnTo>
                    <a:pt x="1397508" y="944118"/>
                  </a:lnTo>
                  <a:lnTo>
                    <a:pt x="1397508" y="453295"/>
                  </a:lnTo>
                  <a:lnTo>
                    <a:pt x="944213" y="453295"/>
                  </a:lnTo>
                  <a:lnTo>
                    <a:pt x="944213"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sp>
          <p:nvSpPr>
            <p:cNvPr id="13" name="Google Shape;13;p1"/>
            <p:cNvSpPr/>
            <p:nvPr/>
          </p:nvSpPr>
          <p:spPr>
            <a:xfrm>
              <a:off x="5754433" y="1524000"/>
              <a:ext cx="1792700" cy="2828353"/>
            </a:xfrm>
            <a:custGeom>
              <a:rect b="b" l="l" r="r" t="t"/>
              <a:pathLst>
                <a:path extrusionOk="0" h="2828353" w="1792700">
                  <a:moveTo>
                    <a:pt x="653034" y="0"/>
                  </a:moveTo>
                  <a:lnTo>
                    <a:pt x="0" y="0"/>
                  </a:lnTo>
                  <a:lnTo>
                    <a:pt x="1139666" y="2828354"/>
                  </a:lnTo>
                  <a:lnTo>
                    <a:pt x="1792700" y="2828354"/>
                  </a:lnTo>
                  <a:lnTo>
                    <a:pt x="653034"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accent1"/>
                </a:solidFill>
                <a:latin typeface="IBM Plex Sans"/>
                <a:ea typeface="IBM Plex Sans"/>
                <a:cs typeface="IBM Plex Sans"/>
                <a:sym typeface="IBM Plex Sans"/>
              </a:endParaRPr>
            </a:p>
          </p:txBody>
        </p:sp>
        <p:sp>
          <p:nvSpPr>
            <p:cNvPr id="14" name="Google Shape;14;p1"/>
            <p:cNvSpPr/>
            <p:nvPr/>
          </p:nvSpPr>
          <p:spPr>
            <a:xfrm>
              <a:off x="4581525" y="4843176"/>
              <a:ext cx="3026949" cy="490823"/>
            </a:xfrm>
            <a:custGeom>
              <a:rect b="b" l="l" r="r" t="t"/>
              <a:pathLst>
                <a:path extrusionOk="0" h="490823" w="3026949">
                  <a:moveTo>
                    <a:pt x="0" y="0"/>
                  </a:moveTo>
                  <a:lnTo>
                    <a:pt x="3026950" y="0"/>
                  </a:lnTo>
                  <a:lnTo>
                    <a:pt x="3026950" y="490823"/>
                  </a:lnTo>
                  <a:lnTo>
                    <a:pt x="0" y="490823"/>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IBM Plex Sans"/>
                <a:ea typeface="IBM Plex Sans"/>
                <a:cs typeface="IBM Plex Sans"/>
                <a:sym typeface="IBM Plex Sans"/>
              </a:endParaRPr>
            </a:p>
          </p:txBody>
        </p:sp>
      </p:grpSp>
      <p:sp>
        <p:nvSpPr>
          <p:cNvPr id="15" name="Google Shape;15;p1"/>
          <p:cNvSpPr txBox="1"/>
          <p:nvPr/>
        </p:nvSpPr>
        <p:spPr>
          <a:xfrm>
            <a:off x="77576" y="4927050"/>
            <a:ext cx="1741200" cy="161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A5A5A5"/>
              </a:buClr>
              <a:buSzPts val="600"/>
              <a:buFont typeface="IBM Plex Sans"/>
              <a:buNone/>
            </a:pPr>
            <a:r>
              <a:rPr b="0" i="0" lang="en" sz="600" u="none" cap="none" strike="noStrike">
                <a:solidFill>
                  <a:srgbClr val="A5A5A5"/>
                </a:solidFill>
                <a:latin typeface="IBM Plex Sans"/>
                <a:ea typeface="IBM Plex Sans"/>
                <a:cs typeface="IBM Plex Sans"/>
                <a:sym typeface="IBM Plex Sans"/>
              </a:rPr>
              <a:t>©ASSEMBLY PROPRIETARY &amp; CONFIDENTIAL</a:t>
            </a:r>
            <a:endParaRPr sz="11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16">
          <p15:clr>
            <a:srgbClr val="F26B43"/>
          </p15:clr>
        </p15:guide>
        <p15:guide id="2" pos="5760">
          <p15:clr>
            <a:srgbClr val="F26B43"/>
          </p15:clr>
        </p15:guide>
        <p15:guide id="3" pos="270">
          <p15:clr>
            <a:srgbClr val="F26B43"/>
          </p15:clr>
        </p15:guide>
        <p15:guide id="4" pos="5274">
          <p15:clr>
            <a:srgbClr val="F26B43"/>
          </p15:clr>
        </p15:guide>
        <p15:guide id="5" orient="horz">
          <p15:clr>
            <a:srgbClr val="F26B43"/>
          </p15:clr>
        </p15:guide>
        <p15:guide id="6" orient="horz" pos="3240">
          <p15:clr>
            <a:srgbClr val="F26B43"/>
          </p15:clr>
        </p15:guide>
        <p15:guide id="7" orient="horz" pos="324">
          <p15:clr>
            <a:srgbClr val="F26B43"/>
          </p15:clr>
        </p15:guide>
        <p15:guide id="8" orient="horz" pos="1512">
          <p15:clr>
            <a:srgbClr val="F26B43"/>
          </p15:clr>
        </p15:guide>
        <p15:guide id="9" orient="horz" pos="1944">
          <p15:clr>
            <a:srgbClr val="F26B43"/>
          </p15:clr>
        </p15:guide>
        <p15:guide id="10" orient="horz" pos="313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image" Target="../media/image15.png"/><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81"/>
          <p:cNvSpPr txBox="1"/>
          <p:nvPr>
            <p:ph type="ctrTitle"/>
          </p:nvPr>
        </p:nvSpPr>
        <p:spPr>
          <a:xfrm>
            <a:off x="1143000" y="841772"/>
            <a:ext cx="6858000" cy="1790700"/>
          </a:xfrm>
          <a:prstGeom prst="rect">
            <a:avLst/>
          </a:prstGeom>
        </p:spPr>
        <p:txBody>
          <a:bodyPr anchorCtr="0" anchor="b" bIns="34275" lIns="68575" spcFirstLastPara="1" rIns="68575" wrap="square" tIns="274325">
            <a:noAutofit/>
          </a:bodyPr>
          <a:lstStyle/>
          <a:p>
            <a:pPr indent="0" lvl="0" marL="0" rtl="0" algn="l">
              <a:spcBef>
                <a:spcPts val="0"/>
              </a:spcBef>
              <a:spcAft>
                <a:spcPts val="0"/>
              </a:spcAft>
              <a:buNone/>
            </a:pPr>
            <a:r>
              <a:rPr lang="en" sz="2700"/>
              <a:t>Robust Geographical Incrementality Testing: An Ensemble Approach Integrating Google TBR, Google BSTS, and Structural Equation Modeling</a:t>
            </a:r>
            <a:endParaRPr sz="2700"/>
          </a:p>
        </p:txBody>
      </p:sp>
      <p:sp>
        <p:nvSpPr>
          <p:cNvPr id="748" name="Google Shape;748;p81"/>
          <p:cNvSpPr txBox="1"/>
          <p:nvPr>
            <p:ph idx="1" type="subTitle"/>
          </p:nvPr>
        </p:nvSpPr>
        <p:spPr>
          <a:xfrm>
            <a:off x="1143000" y="2701529"/>
            <a:ext cx="6858000" cy="12417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600"/>
              <a:t>June 28, 2026</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82"/>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Introduction</a:t>
            </a:r>
            <a:endParaRPr sz="2400"/>
          </a:p>
        </p:txBody>
      </p:sp>
      <p:sp>
        <p:nvSpPr>
          <p:cNvPr id="754" name="Google Shape;754;p82"/>
          <p:cNvSpPr txBox="1"/>
          <p:nvPr>
            <p:ph idx="1" type="body"/>
          </p:nvPr>
        </p:nvSpPr>
        <p:spPr>
          <a:xfrm>
            <a:off x="228600" y="1200150"/>
            <a:ext cx="8719500" cy="3844200"/>
          </a:xfrm>
          <a:prstGeom prst="rect">
            <a:avLst/>
          </a:prstGeom>
        </p:spPr>
        <p:txBody>
          <a:bodyPr anchorCtr="0" anchor="t" bIns="34275" lIns="68575" spcFirstLastPara="1" rIns="68575" wrap="square" tIns="34275">
            <a:noAutofit/>
          </a:bodyPr>
          <a:lstStyle/>
          <a:p>
            <a:pPr indent="0" lvl="0" marL="0" rtl="0" algn="just">
              <a:lnSpc>
                <a:spcPct val="115000"/>
              </a:lnSpc>
              <a:spcBef>
                <a:spcPts val="1200"/>
              </a:spcBef>
              <a:spcAft>
                <a:spcPts val="0"/>
              </a:spcAft>
              <a:buNone/>
            </a:pPr>
            <a:r>
              <a:rPr lang="en" sz="900">
                <a:solidFill>
                  <a:srgbClr val="0F1115"/>
                </a:solidFill>
                <a:highlight>
                  <a:schemeClr val="lt1"/>
                </a:highlight>
                <a:latin typeface="Roboto"/>
                <a:ea typeface="Roboto"/>
                <a:cs typeface="Roboto"/>
                <a:sym typeface="Roboto"/>
              </a:rPr>
              <a:t>This study proposes a multi‑stage causal framework that integrates observational causal discovery with density‑based stratification and triangulated causal estimation. Rather than </a:t>
            </a:r>
            <a:r>
              <a:rPr b="1" lang="en" sz="900">
                <a:solidFill>
                  <a:srgbClr val="0F1115"/>
                </a:solidFill>
                <a:highlight>
                  <a:schemeClr val="lt1"/>
                </a:highlight>
                <a:latin typeface="Roboto"/>
                <a:ea typeface="Roboto"/>
                <a:cs typeface="Roboto"/>
                <a:sym typeface="Roboto"/>
              </a:rPr>
              <a:t>matching blindly</a:t>
            </a:r>
            <a:r>
              <a:rPr lang="en" sz="900">
                <a:solidFill>
                  <a:srgbClr val="0F1115"/>
                </a:solidFill>
                <a:highlight>
                  <a:schemeClr val="lt1"/>
                </a:highlight>
                <a:latin typeface="Roboto"/>
                <a:ea typeface="Roboto"/>
                <a:cs typeface="Roboto"/>
                <a:sym typeface="Roboto"/>
              </a:rPr>
              <a:t> on pre‑period trends, the framework constrains the matching process using empirically derived causal priors to prevent structurally dissimilar markets from being paired.</a:t>
            </a:r>
            <a:r>
              <a:rPr lang="en" sz="900">
                <a:solidFill>
                  <a:srgbClr val="0F1115"/>
                </a:solidFill>
                <a:highlight>
                  <a:schemeClr val="lt1"/>
                </a:highlight>
                <a:latin typeface="Roboto"/>
                <a:ea typeface="Roboto"/>
                <a:cs typeface="Roboto"/>
                <a:sym typeface="Roboto"/>
              </a:rPr>
              <a:t> Standard geo-experiments rely on '</a:t>
            </a:r>
            <a:r>
              <a:rPr b="1" lang="en" sz="900">
                <a:solidFill>
                  <a:srgbClr val="0F1115"/>
                </a:solidFill>
                <a:highlight>
                  <a:schemeClr val="lt1"/>
                </a:highlight>
                <a:latin typeface="Roboto"/>
                <a:ea typeface="Roboto"/>
                <a:cs typeface="Roboto"/>
                <a:sym typeface="Roboto"/>
              </a:rPr>
              <a:t>Greedy</a:t>
            </a:r>
            <a:r>
              <a:rPr lang="en" sz="900">
                <a:solidFill>
                  <a:srgbClr val="0F1115"/>
                </a:solidFill>
                <a:highlight>
                  <a:schemeClr val="lt1"/>
                </a:highlight>
                <a:latin typeface="Roboto"/>
                <a:ea typeface="Roboto"/>
                <a:cs typeface="Roboto"/>
                <a:sym typeface="Roboto"/>
              </a:rPr>
              <a:t>' algorithms to match test and control markets. But here is the </a:t>
            </a:r>
            <a:r>
              <a:rPr b="1" lang="en" sz="900">
                <a:solidFill>
                  <a:srgbClr val="0F1115"/>
                </a:solidFill>
                <a:highlight>
                  <a:schemeClr val="lt1"/>
                </a:highlight>
                <a:latin typeface="Roboto"/>
                <a:ea typeface="Roboto"/>
                <a:cs typeface="Roboto"/>
                <a:sym typeface="Roboto"/>
              </a:rPr>
              <a:t>problem</a:t>
            </a:r>
            <a:r>
              <a:rPr lang="en" sz="900">
                <a:solidFill>
                  <a:srgbClr val="0F1115"/>
                </a:solidFill>
                <a:highlight>
                  <a:schemeClr val="lt1"/>
                </a:highlight>
                <a:latin typeface="Roboto"/>
                <a:ea typeface="Roboto"/>
                <a:cs typeface="Roboto"/>
                <a:sym typeface="Roboto"/>
              </a:rPr>
              <a:t>: these algorithms assume all markets are </a:t>
            </a:r>
            <a:r>
              <a:rPr b="1" lang="en" sz="900">
                <a:solidFill>
                  <a:srgbClr val="0F1115"/>
                </a:solidFill>
                <a:highlight>
                  <a:schemeClr val="lt1"/>
                </a:highlight>
                <a:latin typeface="Roboto"/>
                <a:ea typeface="Roboto"/>
                <a:cs typeface="Roboto"/>
                <a:sym typeface="Roboto"/>
              </a:rPr>
              <a:t>fundamentally exchangeable</a:t>
            </a:r>
            <a:r>
              <a:rPr lang="en" sz="900">
                <a:solidFill>
                  <a:srgbClr val="0F1115"/>
                </a:solidFill>
                <a:highlight>
                  <a:schemeClr val="lt1"/>
                </a:highlight>
                <a:latin typeface="Roboto"/>
                <a:ea typeface="Roboto"/>
                <a:cs typeface="Roboto"/>
                <a:sym typeface="Roboto"/>
              </a:rPr>
              <a:t>—treating New York City and rural Montana as if they behave the same just because their revenue trends look similar for a few weeks. This assumption fails in the real world, introducing massive treatment effect heterogeneity bias that inflates variance, hides true ROI, and leads to wrong decisions and experiments.</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rPr b="1" lang="en" sz="900">
                <a:solidFill>
                  <a:srgbClr val="0000FF"/>
                </a:solidFill>
                <a:highlight>
                  <a:schemeClr val="lt1"/>
                </a:highlight>
                <a:latin typeface="Roboto"/>
                <a:ea typeface="Roboto"/>
                <a:cs typeface="Roboto"/>
                <a:sym typeface="Roboto"/>
              </a:rPr>
              <a:t>The study introduces a four‑phase integrated pipeline:</a:t>
            </a:r>
            <a:br>
              <a:rPr b="1" lang="en" sz="900">
                <a:solidFill>
                  <a:srgbClr val="0000FF"/>
                </a:solidFill>
                <a:highlight>
                  <a:schemeClr val="lt1"/>
                </a:highlight>
                <a:latin typeface="Roboto"/>
                <a:ea typeface="Roboto"/>
                <a:cs typeface="Roboto"/>
                <a:sym typeface="Roboto"/>
              </a:rPr>
            </a:br>
            <a:br>
              <a:rPr b="1" lang="en" sz="900">
                <a:solidFill>
                  <a:srgbClr val="0000FF"/>
                </a:solidFill>
                <a:highlight>
                  <a:schemeClr val="lt1"/>
                </a:highlight>
                <a:latin typeface="Roboto"/>
                <a:ea typeface="Roboto"/>
                <a:cs typeface="Roboto"/>
                <a:sym typeface="Roboto"/>
              </a:rPr>
            </a:br>
            <a:r>
              <a:rPr lang="en" sz="900">
                <a:solidFill>
                  <a:srgbClr val="0F1115"/>
                </a:solidFill>
                <a:highlight>
                  <a:schemeClr val="lt1"/>
                </a:highlight>
                <a:latin typeface="Roboto"/>
                <a:ea typeface="Roboto"/>
                <a:cs typeface="Roboto"/>
                <a:sym typeface="Roboto"/>
              </a:rPr>
              <a:t>Stage 1: Discovery (Causal Priors): First, we use a panel Structural Equation Model (SEM) to uncover which media channels actually drive revenue. This gives us a Responsiveness Score per market—telling us exactly how sensitive New York is to Brand spend compared to Montana.</a:t>
            </a:r>
            <a:br>
              <a:rPr lang="en" sz="900">
                <a:solidFill>
                  <a:srgbClr val="0F1115"/>
                </a:solidFill>
                <a:highlight>
                  <a:schemeClr val="lt1"/>
                </a:highlight>
                <a:latin typeface="Roboto"/>
                <a:ea typeface="Roboto"/>
                <a:cs typeface="Roboto"/>
                <a:sym typeface="Roboto"/>
              </a:rPr>
            </a:br>
            <a:br>
              <a:rPr lang="en" sz="900">
                <a:solidFill>
                  <a:srgbClr val="0F1115"/>
                </a:solidFill>
                <a:highlight>
                  <a:schemeClr val="lt1"/>
                </a:highlight>
                <a:latin typeface="Roboto"/>
                <a:ea typeface="Roboto"/>
                <a:cs typeface="Roboto"/>
                <a:sym typeface="Roboto"/>
              </a:rPr>
            </a:br>
            <a:r>
              <a:rPr lang="en" sz="900">
                <a:solidFill>
                  <a:srgbClr val="0F1115"/>
                </a:solidFill>
                <a:highlight>
                  <a:schemeClr val="lt1"/>
                </a:highlight>
                <a:latin typeface="Roboto"/>
                <a:ea typeface="Roboto"/>
                <a:cs typeface="Roboto"/>
                <a:sym typeface="Roboto"/>
              </a:rPr>
              <a:t>Stage 2: Design (Stratified Matching):  </a:t>
            </a:r>
            <a:r>
              <a:rPr b="1" lang="en" sz="900">
                <a:solidFill>
                  <a:srgbClr val="0F1115"/>
                </a:solidFill>
                <a:highlight>
                  <a:schemeClr val="lt1"/>
                </a:highlight>
                <a:latin typeface="Roboto"/>
                <a:ea typeface="Roboto"/>
                <a:cs typeface="Roboto"/>
                <a:sym typeface="Roboto"/>
              </a:rPr>
              <a:t>We use Weighted DBSCAN approach</a:t>
            </a:r>
            <a:r>
              <a:rPr lang="en" sz="900">
                <a:solidFill>
                  <a:srgbClr val="0F1115"/>
                </a:solidFill>
                <a:highlight>
                  <a:schemeClr val="lt1"/>
                </a:highlight>
                <a:latin typeface="Roboto"/>
                <a:ea typeface="Roboto"/>
                <a:cs typeface="Roboto"/>
                <a:sym typeface="Roboto"/>
              </a:rPr>
              <a:t>—a density-based clustering algorithm—to let the data naturally group markets into genuine cohorts. Crucially, </a:t>
            </a:r>
            <a:r>
              <a:rPr b="1" lang="en" sz="900">
                <a:solidFill>
                  <a:srgbClr val="0F1115"/>
                </a:solidFill>
                <a:highlight>
                  <a:schemeClr val="lt1"/>
                </a:highlight>
                <a:latin typeface="Roboto"/>
                <a:ea typeface="Roboto"/>
                <a:cs typeface="Roboto"/>
                <a:sym typeface="Roboto"/>
              </a:rPr>
              <a:t>we incorporate the SEM-derived Responsiveness Score as a weighted feature</a:t>
            </a:r>
            <a:r>
              <a:rPr lang="en" sz="900">
                <a:solidFill>
                  <a:srgbClr val="0F1115"/>
                </a:solidFill>
                <a:highlight>
                  <a:schemeClr val="lt1"/>
                </a:highlight>
                <a:latin typeface="Roboto"/>
                <a:ea typeface="Roboto"/>
                <a:cs typeface="Roboto"/>
                <a:sym typeface="Roboto"/>
              </a:rPr>
              <a:t>. We then run the standard Greedy matching algorithm, but we constrain it to operate strictly within each cohort. This prevents the algorithm from matching a large DMA with a small one—effectively 'de-biasing' the greedy approach at its core.</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rPr lang="en" sz="900">
                <a:solidFill>
                  <a:srgbClr val="0F1115"/>
                </a:solidFill>
                <a:highlight>
                  <a:schemeClr val="lt1"/>
                </a:highlight>
                <a:latin typeface="Roboto"/>
                <a:ea typeface="Roboto"/>
                <a:cs typeface="Roboto"/>
                <a:sym typeface="Roboto"/>
              </a:rPr>
              <a:t>Stage 3: Validation (Safety Gates): Before spending a dollar on a live test, we simulate a synthetic intervention. This allows us to calculate the Minimum Detectable Effect (</a:t>
            </a:r>
            <a:r>
              <a:rPr b="1" lang="en" sz="900">
                <a:solidFill>
                  <a:srgbClr val="0F1115"/>
                </a:solidFill>
                <a:highlight>
                  <a:schemeClr val="lt1"/>
                </a:highlight>
                <a:latin typeface="Roboto"/>
                <a:ea typeface="Roboto"/>
                <a:cs typeface="Roboto"/>
                <a:sym typeface="Roboto"/>
              </a:rPr>
              <a:t>MDE</a:t>
            </a:r>
            <a:r>
              <a:rPr lang="en" sz="900">
                <a:solidFill>
                  <a:srgbClr val="0F1115"/>
                </a:solidFill>
                <a:highlight>
                  <a:schemeClr val="lt1"/>
                </a:highlight>
                <a:latin typeface="Roboto"/>
                <a:ea typeface="Roboto"/>
                <a:cs typeface="Roboto"/>
                <a:sym typeface="Roboto"/>
              </a:rPr>
              <a:t>) and run rigorous safety gates—</a:t>
            </a:r>
            <a:r>
              <a:rPr b="1" lang="en" sz="900">
                <a:solidFill>
                  <a:srgbClr val="0F1115"/>
                </a:solidFill>
                <a:highlight>
                  <a:schemeClr val="lt1"/>
                </a:highlight>
                <a:latin typeface="Roboto"/>
                <a:ea typeface="Roboto"/>
                <a:cs typeface="Roboto"/>
                <a:sym typeface="Roboto"/>
              </a:rPr>
              <a:t>AA tests</a:t>
            </a:r>
            <a:r>
              <a:rPr lang="en" sz="900">
                <a:solidFill>
                  <a:srgbClr val="0F1115"/>
                </a:solidFill>
                <a:highlight>
                  <a:schemeClr val="lt1"/>
                </a:highlight>
                <a:latin typeface="Roboto"/>
                <a:ea typeface="Roboto"/>
                <a:cs typeface="Roboto"/>
                <a:sym typeface="Roboto"/>
              </a:rPr>
              <a:t>, </a:t>
            </a:r>
            <a:r>
              <a:rPr b="1" lang="en" sz="900">
                <a:solidFill>
                  <a:srgbClr val="0F1115"/>
                </a:solidFill>
                <a:highlight>
                  <a:schemeClr val="lt1"/>
                </a:highlight>
                <a:latin typeface="Roboto"/>
                <a:ea typeface="Roboto"/>
                <a:cs typeface="Roboto"/>
                <a:sym typeface="Roboto"/>
              </a:rPr>
              <a:t>drift checks</a:t>
            </a:r>
            <a:r>
              <a:rPr lang="en" sz="900">
                <a:solidFill>
                  <a:srgbClr val="0F1115"/>
                </a:solidFill>
                <a:highlight>
                  <a:schemeClr val="lt1"/>
                </a:highlight>
                <a:latin typeface="Roboto"/>
                <a:ea typeface="Roboto"/>
                <a:cs typeface="Roboto"/>
                <a:sym typeface="Roboto"/>
              </a:rPr>
              <a:t>, and </a:t>
            </a:r>
            <a:r>
              <a:rPr b="1" lang="en" sz="900">
                <a:solidFill>
                  <a:srgbClr val="0F1115"/>
                </a:solidFill>
                <a:highlight>
                  <a:schemeClr val="lt1"/>
                </a:highlight>
                <a:latin typeface="Roboto"/>
                <a:ea typeface="Roboto"/>
                <a:cs typeface="Roboto"/>
                <a:sym typeface="Roboto"/>
              </a:rPr>
              <a:t>correlation thresholds</a:t>
            </a:r>
            <a:r>
              <a:rPr lang="en" sz="900">
                <a:solidFill>
                  <a:srgbClr val="0F1115"/>
                </a:solidFill>
                <a:highlight>
                  <a:schemeClr val="lt1"/>
                </a:highlight>
                <a:latin typeface="Roboto"/>
                <a:ea typeface="Roboto"/>
                <a:cs typeface="Roboto"/>
                <a:sym typeface="Roboto"/>
              </a:rPr>
              <a:t>—to guarantee the design is structurally sound.</a:t>
            </a:r>
            <a:br>
              <a:rPr lang="en" sz="900">
                <a:solidFill>
                  <a:srgbClr val="0F1115"/>
                </a:solidFill>
                <a:highlight>
                  <a:schemeClr val="lt1"/>
                </a:highlight>
                <a:latin typeface="Roboto"/>
                <a:ea typeface="Roboto"/>
                <a:cs typeface="Roboto"/>
                <a:sym typeface="Roboto"/>
              </a:rPr>
            </a:br>
            <a:br>
              <a:rPr lang="en" sz="900">
                <a:solidFill>
                  <a:srgbClr val="0F1115"/>
                </a:solidFill>
                <a:highlight>
                  <a:schemeClr val="lt1"/>
                </a:highlight>
                <a:latin typeface="Roboto"/>
                <a:ea typeface="Roboto"/>
                <a:cs typeface="Roboto"/>
                <a:sym typeface="Roboto"/>
              </a:rPr>
            </a:br>
            <a:r>
              <a:rPr lang="en" sz="900">
                <a:solidFill>
                  <a:srgbClr val="0F1115"/>
                </a:solidFill>
                <a:highlight>
                  <a:schemeClr val="lt1"/>
                </a:highlight>
                <a:latin typeface="Roboto"/>
                <a:ea typeface="Roboto"/>
                <a:cs typeface="Roboto"/>
                <a:sym typeface="Roboto"/>
              </a:rPr>
              <a:t>Stage 4: Analysis (Triangulated Estimation): To prevent algorithmic bias, we don't rely on just one model. We triangulate the incremental lift using three independent frameworks: Time Based Regression, Quantile Random Forest, and Bayesian Structural Time-Series. This ensemble gives us robust, decision-ready confidence intervals.</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lnSpc>
                <a:spcPct val="115000"/>
              </a:lnSpc>
              <a:spcBef>
                <a:spcPts val="12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457200" rtl="0" algn="just">
              <a:lnSpc>
                <a:spcPct val="115000"/>
              </a:lnSpc>
              <a:spcBef>
                <a:spcPts val="1700"/>
              </a:spcBef>
              <a:spcAft>
                <a:spcPts val="0"/>
              </a:spcAft>
              <a:buNone/>
            </a:pPr>
            <a:r>
              <a:t/>
            </a:r>
            <a:endParaRPr sz="900">
              <a:solidFill>
                <a:srgbClr val="0F1115"/>
              </a:solidFill>
              <a:highlight>
                <a:schemeClr val="lt1"/>
              </a:highlight>
              <a:latin typeface="Roboto"/>
              <a:ea typeface="Roboto"/>
              <a:cs typeface="Roboto"/>
              <a:sym typeface="Roboto"/>
            </a:endParaRPr>
          </a:p>
          <a:p>
            <a:pPr indent="0" lvl="0" marL="0" rtl="0" algn="just">
              <a:spcBef>
                <a:spcPts val="1200"/>
              </a:spcBef>
              <a:spcAft>
                <a:spcPts val="0"/>
              </a:spcAft>
              <a:buNone/>
            </a:pPr>
            <a:r>
              <a:t/>
            </a:r>
            <a:endParaRPr sz="900">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83"/>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Introduction Key </a:t>
            </a:r>
            <a:r>
              <a:rPr lang="en" sz="2400"/>
              <a:t>Take Aways</a:t>
            </a:r>
            <a:endParaRPr sz="2400"/>
          </a:p>
          <a:p>
            <a:pPr indent="0" lvl="0" marL="0" rtl="0" algn="l">
              <a:spcBef>
                <a:spcPts val="0"/>
              </a:spcBef>
              <a:spcAft>
                <a:spcPts val="0"/>
              </a:spcAft>
              <a:buNone/>
            </a:pPr>
            <a:r>
              <a:t/>
            </a:r>
            <a:endParaRPr/>
          </a:p>
        </p:txBody>
      </p:sp>
      <p:graphicFrame>
        <p:nvGraphicFramePr>
          <p:cNvPr id="760" name="Google Shape;760;p83"/>
          <p:cNvGraphicFramePr/>
          <p:nvPr/>
        </p:nvGraphicFramePr>
        <p:xfrm>
          <a:off x="990600" y="1329950"/>
          <a:ext cx="3000000" cy="3000000"/>
        </p:xfrm>
        <a:graphic>
          <a:graphicData uri="http://schemas.openxmlformats.org/drawingml/2006/table">
            <a:tbl>
              <a:tblPr>
                <a:solidFill>
                  <a:srgbClr val="FFFFFF"/>
                </a:solidFill>
                <a:tableStyleId>{C1326A0E-4E08-4F66-98AB-BA6195F68B98}</a:tableStyleId>
              </a:tblPr>
              <a:tblGrid>
                <a:gridCol w="1123950"/>
                <a:gridCol w="3095625"/>
                <a:gridCol w="2943225"/>
              </a:tblGrid>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Phase</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Action</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Key Metric</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1. Discovery</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SEM -&gt; Responsiveness Score (Causal Priors)</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Identifies drivers without external instruments</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2. Design</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Weighted DBSCAN + Cluster-Constrained Greedy</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Prevents cross-type matches</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3. Validation</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Simulate Test -&gt; MDE &amp; Safety Gates</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Guarantees structural integrity</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76275">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4. Analysis</a:t>
                      </a:r>
                      <a:endParaRPr sz="11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Triangulated Ensemble (DiD + QRF + Bayesian)</a:t>
                      </a:r>
                      <a:endParaRPr sz="11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2-out-of-3 consensus for significance</a:t>
                      </a:r>
                      <a:endParaRPr sz="11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84"/>
          <p:cNvSpPr txBox="1"/>
          <p:nvPr/>
        </p:nvSpPr>
        <p:spPr>
          <a:xfrm>
            <a:off x="115700" y="546975"/>
            <a:ext cx="8773200" cy="4279200"/>
          </a:xfrm>
          <a:prstGeom prst="rect">
            <a:avLst/>
          </a:prstGeom>
          <a:noFill/>
          <a:ln>
            <a:noFill/>
          </a:ln>
        </p:spPr>
        <p:txBody>
          <a:bodyPr anchorCtr="0" anchor="t" bIns="68575" lIns="68575" spcFirstLastPara="1" rIns="68575" wrap="square" tIns="68575">
            <a:spAutoFit/>
          </a:bodyPr>
          <a:lstStyle/>
          <a:p>
            <a:pPr indent="0" lvl="0" marL="0" rtl="0" algn="just">
              <a:spcBef>
                <a:spcPts val="0"/>
              </a:spcBef>
              <a:spcAft>
                <a:spcPts val="0"/>
              </a:spcAft>
              <a:buNone/>
            </a:pPr>
            <a:r>
              <a:rPr b="1" lang="en" sz="1000">
                <a:solidFill>
                  <a:schemeClr val="dk1"/>
                </a:solidFill>
              </a:rPr>
              <a:t>The Measurement Challenge in a Multi‑Channel Ecosystem:</a:t>
            </a:r>
            <a:endParaRPr b="1" sz="1000">
              <a:solidFill>
                <a:schemeClr val="dk1"/>
              </a:solidFill>
            </a:endParaRPr>
          </a:p>
          <a:p>
            <a:pPr indent="0" lvl="0" marL="0" rtl="0" algn="just">
              <a:spcBef>
                <a:spcPts val="0"/>
              </a:spcBef>
              <a:spcAft>
                <a:spcPts val="0"/>
              </a:spcAft>
              <a:buClr>
                <a:schemeClr val="dk1"/>
              </a:buClr>
              <a:buSzPts val="1100"/>
              <a:buFont typeface="Arial"/>
              <a:buNone/>
            </a:pPr>
            <a:r>
              <a:rPr lang="en" sz="950">
                <a:solidFill>
                  <a:srgbClr val="0F1115"/>
                </a:solidFill>
                <a:highlight>
                  <a:srgbClr val="FFFFFF"/>
                </a:highlight>
                <a:latin typeface="Roboto"/>
                <a:ea typeface="Roboto"/>
                <a:cs typeface="Roboto"/>
                <a:sym typeface="Roboto"/>
              </a:rPr>
              <a:t>The digital advertising ecosystem has evolved into a complex, multi‑channel environment where brands allocate significant budgets across search, social, and programmatic platforms. Measuring the true incremental return on ad spend (iROAS) has become the central challenge for modern marketing analytics. Traditional methods for measuring marketing success are flawed. They often ignore outside factors, struggle to track the complicated steps customers take before buying, and get confused by coincidences. Because of this, it's hard to tell if an ad actually caused a sale, or if the person was going to buy anyway.</a:t>
            </a:r>
            <a:endParaRPr sz="950">
              <a:solidFill>
                <a:srgbClr val="0F1115"/>
              </a:solidFill>
              <a:highlight>
                <a:srgbClr val="FFFFFF"/>
              </a:highlight>
              <a:latin typeface="Roboto"/>
              <a:ea typeface="Roboto"/>
              <a:cs typeface="Roboto"/>
              <a:sym typeface="Roboto"/>
            </a:endParaRPr>
          </a:p>
          <a:p>
            <a:pPr indent="0" lvl="0" marL="0" rtl="0" algn="just">
              <a:spcBef>
                <a:spcPts val="0"/>
              </a:spcBef>
              <a:spcAft>
                <a:spcPts val="0"/>
              </a:spcAft>
              <a:buNone/>
            </a:pPr>
            <a:r>
              <a:t/>
            </a:r>
            <a:endParaRPr b="1" sz="1000">
              <a:solidFill>
                <a:schemeClr val="dk1"/>
              </a:solidFill>
            </a:endParaRPr>
          </a:p>
          <a:p>
            <a:pPr indent="0" lvl="0" marL="0" rtl="0" algn="just">
              <a:spcBef>
                <a:spcPts val="0"/>
              </a:spcBef>
              <a:spcAft>
                <a:spcPts val="0"/>
              </a:spcAft>
              <a:buNone/>
            </a:pPr>
            <a:r>
              <a:rPr b="1" lang="en" sz="1000">
                <a:solidFill>
                  <a:schemeClr val="dk1"/>
                </a:solidFill>
              </a:rPr>
              <a:t>The Shift to Randomized Geo‑Experiments:</a:t>
            </a:r>
            <a:br>
              <a:rPr b="1" lang="en" sz="1000">
                <a:solidFill>
                  <a:schemeClr val="dk1"/>
                </a:solidFill>
              </a:rPr>
            </a:br>
            <a:r>
              <a:rPr lang="en" sz="950">
                <a:solidFill>
                  <a:schemeClr val="dk1"/>
                </a:solidFill>
              </a:rPr>
              <a:t>To overcome these observational limitations, the industry has increasingly turned to randomized geo‑based experiments. As </a:t>
            </a:r>
            <a:r>
              <a:rPr b="1" lang="en" sz="950">
                <a:solidFill>
                  <a:schemeClr val="dk1"/>
                </a:solidFill>
              </a:rPr>
              <a:t>Shaw (2025)</a:t>
            </a:r>
            <a:r>
              <a:rPr lang="en" sz="950">
                <a:solidFill>
                  <a:schemeClr val="dk1"/>
                </a:solidFill>
              </a:rPr>
              <a:t> articulates, geographic experiments—where the units of randomization are entire regions such as cities or Designated Market Areas—have emerged as a gold standard methodology. Such experiments are often preferred over individual‑level randomization because they are robust to network spillover effects and can be implemented without relying on sensitive user‑level data, which is increasingly restricted by privacy regulations.</a:t>
            </a:r>
            <a:endParaRPr sz="950">
              <a:solidFill>
                <a:schemeClr val="dk1"/>
              </a:solidFill>
            </a:endParaRPr>
          </a:p>
          <a:p>
            <a:pPr indent="0" lvl="0" marL="0" rtl="0" algn="just">
              <a:spcBef>
                <a:spcPts val="0"/>
              </a:spcBef>
              <a:spcAft>
                <a:spcPts val="0"/>
              </a:spcAft>
              <a:buNone/>
            </a:pPr>
            <a:br>
              <a:rPr b="1" lang="en" sz="1000">
                <a:solidFill>
                  <a:schemeClr val="dk1"/>
                </a:solidFill>
              </a:rPr>
            </a:br>
            <a:r>
              <a:rPr b="1" lang="en" sz="1000">
                <a:solidFill>
                  <a:schemeClr val="dk1"/>
                </a:solidFill>
              </a:rPr>
              <a:t>The Vulnerability of "Greedy" Matching Designs:</a:t>
            </a:r>
            <a:br>
              <a:rPr b="1" lang="en" sz="1000">
                <a:solidFill>
                  <a:schemeClr val="dk1"/>
                </a:solidFill>
              </a:rPr>
            </a:br>
            <a:r>
              <a:rPr lang="en" sz="950">
                <a:solidFill>
                  <a:schemeClr val="dk1"/>
                </a:solidFill>
              </a:rPr>
              <a:t>A critical bottleneck remains in the design phase of these experiments. Standard practice relies on "greedy" matching algorithms that pair test and control geos primarily based on pre‑period outcome similarity. However, as highlighted in recent methodological critiques, matching solely on historical revenue risks pairing fundamentally incompatible markets. Two geographic markets may exhibit coincidentally similar short‑term revenue trajectories while possessing vastly different underlying structural dynamics, such as population density, baseline ad‑sensitivity, or brand penetration.</a:t>
            </a:r>
            <a:endParaRPr sz="1000">
              <a:solidFill>
                <a:schemeClr val="dk1"/>
              </a:solidFill>
            </a:endParaRPr>
          </a:p>
          <a:p>
            <a:pPr indent="0" lvl="0" marL="0" marR="0" rtl="0" algn="just">
              <a:lnSpc>
                <a:spcPct val="100000"/>
              </a:lnSpc>
              <a:spcBef>
                <a:spcPts val="0"/>
              </a:spcBef>
              <a:spcAft>
                <a:spcPts val="0"/>
              </a:spcAft>
              <a:buNone/>
            </a:pPr>
            <a:r>
              <a:rPr lang="en" sz="950">
                <a:solidFill>
                  <a:schemeClr val="dk1"/>
                </a:solidFill>
              </a:rPr>
              <a:t>In addition, the greedy algorithm is "myopic"—it iteratively selects the best control for the first treated geo and then discards the remaining controls from consideration. This means that a control geo that would have been an excellent match for a later treated geo is permanently excluded, unnecessarily reducing the donor pool and inflating variance.</a:t>
            </a:r>
            <a:br>
              <a:rPr lang="en" sz="950">
                <a:solidFill>
                  <a:schemeClr val="dk1"/>
                </a:solidFill>
              </a:rPr>
            </a:br>
            <a:endParaRPr sz="950">
              <a:solidFill>
                <a:schemeClr val="dk1"/>
              </a:solidFill>
            </a:endParaRPr>
          </a:p>
          <a:p>
            <a:pPr indent="0" lvl="0" marL="0" marR="0" rtl="0" algn="just">
              <a:lnSpc>
                <a:spcPct val="100000"/>
              </a:lnSpc>
              <a:spcBef>
                <a:spcPts val="0"/>
              </a:spcBef>
              <a:spcAft>
                <a:spcPts val="0"/>
              </a:spcAft>
              <a:buNone/>
            </a:pPr>
            <a:r>
              <a:rPr b="1" lang="en" sz="1000">
                <a:solidFill>
                  <a:srgbClr val="0F1115"/>
                </a:solidFill>
                <a:highlight>
                  <a:srgbClr val="FFFFFF"/>
                </a:highlight>
                <a:latin typeface="Roboto"/>
                <a:ea typeface="Roboto"/>
                <a:cs typeface="Roboto"/>
                <a:sym typeface="Roboto"/>
              </a:rPr>
              <a:t>The Impact of Treatment Effect Heterogeneity:</a:t>
            </a:r>
            <a:br>
              <a:rPr b="1" lang="en" sz="1000">
                <a:solidFill>
                  <a:srgbClr val="0F1115"/>
                </a:solidFill>
                <a:highlight>
                  <a:srgbClr val="FFFFFF"/>
                </a:highlight>
                <a:latin typeface="Roboto"/>
                <a:ea typeface="Roboto"/>
                <a:cs typeface="Roboto"/>
                <a:sym typeface="Roboto"/>
              </a:rPr>
            </a:br>
            <a:r>
              <a:rPr lang="en" sz="950">
                <a:solidFill>
                  <a:schemeClr val="dk1"/>
                </a:solidFill>
              </a:rPr>
              <a:t>This greedy matching approach implicitly assumes that treatment effects are homogeneous across all regions. In reality, according to </a:t>
            </a:r>
            <a:r>
              <a:rPr b="1" lang="en" sz="950">
                <a:solidFill>
                  <a:schemeClr val="dk1"/>
                </a:solidFill>
              </a:rPr>
              <a:t>Chen et al. (2021)</a:t>
            </a:r>
            <a:r>
              <a:rPr lang="en" sz="950">
                <a:solidFill>
                  <a:schemeClr val="dk1"/>
                </a:solidFill>
              </a:rPr>
              <a:t>, response metrics across geographic regions are often "very heavy‑tailed due to geo heterogeneity." When algorithms inadvertently match these highly heterogeneous units, reliable estimation becomes difficult, severely inflating variance and undermining the experiment's statistical power.</a:t>
            </a:r>
            <a:endParaRPr sz="950">
              <a:solidFill>
                <a:schemeClr val="dk1"/>
              </a:solidFill>
            </a:endParaRPr>
          </a:p>
          <a:p>
            <a:pPr indent="0" lvl="0" marL="0" marR="0" rtl="0" algn="just">
              <a:lnSpc>
                <a:spcPct val="100000"/>
              </a:lnSpc>
              <a:spcBef>
                <a:spcPts val="0"/>
              </a:spcBef>
              <a:spcAft>
                <a:spcPts val="0"/>
              </a:spcAft>
              <a:buNone/>
            </a:pPr>
            <a:r>
              <a:rPr lang="en" sz="950">
                <a:solidFill>
                  <a:schemeClr val="dk1"/>
                </a:solidFill>
              </a:rPr>
              <a:t>Furthermore, applying traditional regression models to staggered rollouts under these heterogeneous conditions mathematically distorts results; as Callaway and </a:t>
            </a:r>
            <a:r>
              <a:rPr b="1" lang="en" sz="950">
                <a:solidFill>
                  <a:schemeClr val="dk1"/>
                </a:solidFill>
              </a:rPr>
              <a:t>Sant'Anna (2021)</a:t>
            </a:r>
            <a:r>
              <a:rPr lang="en" sz="950">
                <a:solidFill>
                  <a:schemeClr val="dk1"/>
                </a:solidFill>
              </a:rPr>
              <a:t> proved, it can mathematically subtract newly treated geos from already‑treated geos, creating "negative weights" that produce biased estimates.</a:t>
            </a:r>
            <a:endParaRPr b="1" sz="1000">
              <a:solidFill>
                <a:schemeClr val="dk1"/>
              </a:solidFill>
            </a:endParaRPr>
          </a:p>
        </p:txBody>
      </p:sp>
      <p:sp>
        <p:nvSpPr>
          <p:cNvPr id="767" name="Google Shape;767;p84"/>
          <p:cNvSpPr txBox="1"/>
          <p:nvPr/>
        </p:nvSpPr>
        <p:spPr>
          <a:xfrm>
            <a:off x="0" y="0"/>
            <a:ext cx="5142900" cy="51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400">
                <a:solidFill>
                  <a:schemeClr val="dk2"/>
                </a:solidFill>
                <a:latin typeface="IBM Plex Sans SemiBold"/>
                <a:ea typeface="IBM Plex Sans SemiBold"/>
                <a:cs typeface="IBM Plex Sans SemiBold"/>
                <a:sym typeface="IBM Plex Sans SemiBold"/>
              </a:rPr>
              <a:t>Problem Statements Pt. 1</a:t>
            </a:r>
            <a:endParaRPr sz="2400">
              <a:solidFill>
                <a:schemeClr val="dk2"/>
              </a:solidFill>
              <a:latin typeface="IBM Plex Sans SemiBold"/>
              <a:ea typeface="IBM Plex Sans SemiBold"/>
              <a:cs typeface="IBM Plex Sans SemiBold"/>
              <a:sym typeface="IBM Plex Sans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85"/>
          <p:cNvSpPr txBox="1"/>
          <p:nvPr>
            <p:ph type="title"/>
          </p:nvPr>
        </p:nvSpPr>
        <p:spPr>
          <a:xfrm>
            <a:off x="228600" y="215754"/>
            <a:ext cx="8550300" cy="6876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Clr>
                <a:schemeClr val="dk1"/>
              </a:buClr>
              <a:buSzPts val="1100"/>
              <a:buFont typeface="Arial"/>
              <a:buNone/>
            </a:pPr>
            <a:r>
              <a:rPr lang="en" sz="2400"/>
              <a:t>Problem Statements Pt. 2</a:t>
            </a:r>
            <a:endParaRPr sz="2400"/>
          </a:p>
          <a:p>
            <a:pPr indent="0" lvl="0" marL="0" rtl="0" algn="l">
              <a:spcBef>
                <a:spcPts val="0"/>
              </a:spcBef>
              <a:spcAft>
                <a:spcPts val="0"/>
              </a:spcAft>
              <a:buNone/>
            </a:pPr>
            <a:r>
              <a:t/>
            </a:r>
            <a:endParaRPr/>
          </a:p>
        </p:txBody>
      </p:sp>
      <p:sp>
        <p:nvSpPr>
          <p:cNvPr id="773" name="Google Shape;773;p85"/>
          <p:cNvSpPr txBox="1"/>
          <p:nvPr>
            <p:ph idx="1" type="body"/>
          </p:nvPr>
        </p:nvSpPr>
        <p:spPr>
          <a:xfrm>
            <a:off x="228600" y="777800"/>
            <a:ext cx="8794800" cy="4124100"/>
          </a:xfrm>
          <a:prstGeom prst="rect">
            <a:avLst/>
          </a:prstGeom>
        </p:spPr>
        <p:txBody>
          <a:bodyPr anchorCtr="0" anchor="t" bIns="34275" lIns="68575" spcFirstLastPara="1" rIns="68575" wrap="square" tIns="34275">
            <a:noAutofit/>
          </a:bodyPr>
          <a:lstStyle/>
          <a:p>
            <a:pPr indent="0" lvl="0" marL="0" rtl="0" algn="just">
              <a:spcBef>
                <a:spcPts val="900"/>
              </a:spcBef>
              <a:spcAft>
                <a:spcPts val="0"/>
              </a:spcAft>
              <a:buNone/>
            </a:pPr>
            <a:r>
              <a:rPr b="1" lang="en" sz="1000"/>
              <a:t>The Missing Link of Statistical Feasibility:</a:t>
            </a:r>
            <a:br>
              <a:rPr b="1" lang="en" sz="900"/>
            </a:br>
            <a:r>
              <a:rPr lang="en" sz="850">
                <a:solidFill>
                  <a:srgbClr val="0F1115"/>
                </a:solidFill>
                <a:highlight>
                  <a:srgbClr val="FFFFFF"/>
                </a:highlight>
              </a:rPr>
              <a:t>An equally critical problem occurs before the experiment is launched. Marketing teams often set budgets and test durations arbitrarily, without knowing whether their planned spend is even large enough to generate a statistically detectable signal. As emphasized in recent causal machine learning literature, understanding how variables like experiment length and the </a:t>
            </a:r>
            <a:r>
              <a:rPr b="1" lang="en" sz="850">
                <a:solidFill>
                  <a:srgbClr val="0F1115"/>
                </a:solidFill>
                <a:highlight>
                  <a:srgbClr val="FFFFFF"/>
                </a:highlight>
              </a:rPr>
              <a:t>magnitude of ad spend </a:t>
            </a:r>
            <a:r>
              <a:rPr lang="en" sz="850">
                <a:solidFill>
                  <a:srgbClr val="0F1115"/>
                </a:solidFill>
                <a:highlight>
                  <a:srgbClr val="FFFFFF"/>
                </a:highlight>
              </a:rPr>
              <a:t>differentials impact the uncertainty of the measurement is a crucial prerequisite for effective design (Huber, 2024).</a:t>
            </a:r>
            <a:endParaRPr sz="850">
              <a:solidFill>
                <a:srgbClr val="0F1115"/>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b="1" lang="en" sz="850">
                <a:solidFill>
                  <a:srgbClr val="0000FF"/>
                </a:solidFill>
                <a:highlight>
                  <a:srgbClr val="FFFFFF"/>
                </a:highlight>
              </a:rPr>
              <a:t>Without a rigorous pre‑experiment simulation, teams risk:</a:t>
            </a:r>
            <a:endParaRPr b="1" sz="850">
              <a:solidFill>
                <a:srgbClr val="0000FF"/>
              </a:solidFill>
              <a:highlight>
                <a:srgbClr val="FFFFFF"/>
              </a:highlight>
            </a:endParaRPr>
          </a:p>
          <a:p>
            <a:pPr indent="-282575" lvl="0" marL="457200" rtl="0" algn="l">
              <a:lnSpc>
                <a:spcPct val="115000"/>
              </a:lnSpc>
              <a:spcBef>
                <a:spcPts val="1200"/>
              </a:spcBef>
              <a:spcAft>
                <a:spcPts val="0"/>
              </a:spcAft>
              <a:buClr>
                <a:srgbClr val="0F1115"/>
              </a:buClr>
              <a:buSzPts val="850"/>
              <a:buFont typeface="Arial"/>
              <a:buChar char="●"/>
            </a:pPr>
            <a:r>
              <a:rPr b="1" lang="en" sz="850">
                <a:solidFill>
                  <a:srgbClr val="0F1115"/>
                </a:solidFill>
                <a:highlight>
                  <a:srgbClr val="FFFFFF"/>
                </a:highlight>
              </a:rPr>
              <a:t>Underpowered tests:</a:t>
            </a:r>
            <a:r>
              <a:rPr lang="en" sz="850">
                <a:solidFill>
                  <a:srgbClr val="0F1115"/>
                </a:solidFill>
                <a:highlight>
                  <a:srgbClr val="FFFFFF"/>
                </a:highlight>
              </a:rPr>
              <a:t> The budget is too small to overcome natural market noise, resulting in inconclusive p‑values and wasted spend.</a:t>
            </a:r>
            <a:endParaRPr sz="850">
              <a:solidFill>
                <a:srgbClr val="0F1115"/>
              </a:solidFill>
              <a:highlight>
                <a:srgbClr val="FFFFFF"/>
              </a:highlight>
            </a:endParaRPr>
          </a:p>
          <a:p>
            <a:pPr indent="-282575" lvl="0" marL="457200" rtl="0" algn="l">
              <a:lnSpc>
                <a:spcPct val="115000"/>
              </a:lnSpc>
              <a:spcBef>
                <a:spcPts val="0"/>
              </a:spcBef>
              <a:spcAft>
                <a:spcPts val="0"/>
              </a:spcAft>
              <a:buClr>
                <a:srgbClr val="0F1115"/>
              </a:buClr>
              <a:buSzPts val="850"/>
              <a:buFont typeface="Arial"/>
              <a:buChar char="●"/>
            </a:pPr>
            <a:r>
              <a:rPr b="1" lang="en" sz="850">
                <a:solidFill>
                  <a:srgbClr val="0F1115"/>
                </a:solidFill>
                <a:highlight>
                  <a:srgbClr val="FFFFFF"/>
                </a:highlight>
              </a:rPr>
              <a:t>Overpowered tests: </a:t>
            </a:r>
            <a:r>
              <a:rPr lang="en" sz="850">
                <a:solidFill>
                  <a:srgbClr val="0F1115"/>
                </a:solidFill>
                <a:highlight>
                  <a:srgbClr val="FFFFFF"/>
                </a:highlight>
              </a:rPr>
              <a:t>The budget is unnecessarily large, wasting capital that could have been allocated elsewhere.</a:t>
            </a:r>
            <a:endParaRPr sz="850">
              <a:solidFill>
                <a:srgbClr val="0F1115"/>
              </a:solidFill>
              <a:highlight>
                <a:srgbClr val="FFFFFF"/>
              </a:highlight>
            </a:endParaRPr>
          </a:p>
          <a:p>
            <a:pPr indent="-282575" lvl="0" marL="457200" rtl="0" algn="l">
              <a:lnSpc>
                <a:spcPct val="115000"/>
              </a:lnSpc>
              <a:spcBef>
                <a:spcPts val="0"/>
              </a:spcBef>
              <a:spcAft>
                <a:spcPts val="0"/>
              </a:spcAft>
              <a:buClr>
                <a:srgbClr val="0F1115"/>
              </a:buClr>
              <a:buSzPts val="850"/>
              <a:buFont typeface="Arial"/>
              <a:buChar char="●"/>
            </a:pPr>
            <a:r>
              <a:rPr b="1" lang="en" sz="850">
                <a:solidFill>
                  <a:srgbClr val="0F1115"/>
                </a:solidFill>
                <a:highlight>
                  <a:srgbClr val="FFFFFF"/>
                </a:highlight>
              </a:rPr>
              <a:t>Structural failure: </a:t>
            </a:r>
            <a:r>
              <a:rPr lang="en" sz="850">
                <a:solidFill>
                  <a:srgbClr val="0F1115"/>
                </a:solidFill>
                <a:highlight>
                  <a:srgbClr val="FFFFFF"/>
                </a:highlight>
              </a:rPr>
              <a:t>The matched markets organically drift apart during the test period due to unobserved, time-varying confounders. This violates the foundational parallel trends assumption required for causal inference, rendering the synthetic counterfactual invalid (Arkhangelsky et al., 2021). Tragically, standard methodologies only uncover this structural divergence post-mortem, after the money has already been spent.</a:t>
            </a:r>
            <a:endParaRPr sz="850">
              <a:solidFill>
                <a:srgbClr val="0F1115"/>
              </a:solidFill>
              <a:highlight>
                <a:srgbClr val="FFFFFF"/>
              </a:highlight>
            </a:endParaRPr>
          </a:p>
          <a:p>
            <a:pPr indent="0" lvl="0" marL="0" rtl="0" algn="l">
              <a:lnSpc>
                <a:spcPct val="115000"/>
              </a:lnSpc>
              <a:spcBef>
                <a:spcPts val="1200"/>
              </a:spcBef>
              <a:spcAft>
                <a:spcPts val="0"/>
              </a:spcAft>
              <a:buNone/>
            </a:pPr>
            <a:r>
              <a:rPr lang="en" sz="850">
                <a:solidFill>
                  <a:srgbClr val="0F1115"/>
                </a:solidFill>
                <a:highlight>
                  <a:srgbClr val="FFFFFF"/>
                </a:highlight>
              </a:rPr>
              <a:t>There is no sandbox that simulates the synthetic intervention, calculates the Minimum Detectable Effect (MDE) against pre‑defined statistical thresholds (α, power), and runs safety gates (AA tests, drift checks, correlation diagnostics) before the live test begins. Consequently, teams fly blind into expensive experiments.</a:t>
            </a:r>
            <a:endParaRPr sz="850">
              <a:solidFill>
                <a:srgbClr val="0F1115"/>
              </a:solidFill>
              <a:highlight>
                <a:srgbClr val="FFFFFF"/>
              </a:highlight>
            </a:endParaRPr>
          </a:p>
          <a:p>
            <a:pPr indent="0" lvl="0" marL="0" rtl="0" algn="l">
              <a:lnSpc>
                <a:spcPct val="115000"/>
              </a:lnSpc>
              <a:spcBef>
                <a:spcPts val="1200"/>
              </a:spcBef>
              <a:spcAft>
                <a:spcPts val="0"/>
              </a:spcAft>
              <a:buNone/>
            </a:pPr>
            <a:r>
              <a:rPr b="1" lang="en" sz="1000"/>
              <a:t>The "Which Model is Right?" Dilemma</a:t>
            </a:r>
            <a:br>
              <a:rPr b="1" lang="en" sz="1000"/>
            </a:br>
            <a:r>
              <a:rPr lang="en" sz="850"/>
              <a:t>A third problem emerges after the experiment concludes: the choice of estimation framework. Practitioners typically rely on a single model—be it regression, a tree-based model, or a Bayesian structural model. However, each framework has distinct assumptions:</a:t>
            </a:r>
            <a:endParaRPr sz="850"/>
          </a:p>
          <a:p>
            <a:pPr indent="-282575" lvl="0" marL="457200" rtl="0" algn="l">
              <a:lnSpc>
                <a:spcPct val="115000"/>
              </a:lnSpc>
              <a:spcBef>
                <a:spcPts val="1200"/>
              </a:spcBef>
              <a:spcAft>
                <a:spcPts val="0"/>
              </a:spcAft>
              <a:buSzPts val="850"/>
              <a:buChar char="+"/>
            </a:pPr>
            <a:r>
              <a:rPr b="1" lang="en" sz="850">
                <a:solidFill>
                  <a:schemeClr val="dk1"/>
                </a:solidFill>
              </a:rPr>
              <a:t>Regression:</a:t>
            </a:r>
            <a:r>
              <a:rPr lang="en" sz="850">
                <a:solidFill>
                  <a:schemeClr val="dk1"/>
                </a:solidFill>
              </a:rPr>
              <a:t> Parallel trends. It fails when pre‑period trends are noisy or non‑linear.</a:t>
            </a:r>
            <a:endParaRPr sz="850">
              <a:solidFill>
                <a:schemeClr val="dk1"/>
              </a:solidFill>
            </a:endParaRPr>
          </a:p>
          <a:p>
            <a:pPr indent="-282575" lvl="0" marL="457200" rtl="0" algn="l">
              <a:lnSpc>
                <a:spcPct val="115000"/>
              </a:lnSpc>
              <a:spcBef>
                <a:spcPts val="0"/>
              </a:spcBef>
              <a:spcAft>
                <a:spcPts val="0"/>
              </a:spcAft>
              <a:buSzPts val="850"/>
              <a:buChar char="+"/>
            </a:pPr>
            <a:r>
              <a:rPr b="1" lang="en" sz="850">
                <a:solidFill>
                  <a:schemeClr val="dk1"/>
                </a:solidFill>
              </a:rPr>
              <a:t>Tree-Based Model:</a:t>
            </a:r>
            <a:r>
              <a:rPr lang="en" sz="850">
                <a:solidFill>
                  <a:schemeClr val="dk1"/>
                </a:solidFill>
              </a:rPr>
              <a:t> It requires sufficient historical data. It fails when data is limited or the control pool is small.</a:t>
            </a:r>
            <a:endParaRPr sz="850">
              <a:solidFill>
                <a:schemeClr val="dk1"/>
              </a:solidFill>
            </a:endParaRPr>
          </a:p>
          <a:p>
            <a:pPr indent="-282575" lvl="0" marL="457200" rtl="0" algn="l">
              <a:lnSpc>
                <a:spcPct val="115000"/>
              </a:lnSpc>
              <a:spcBef>
                <a:spcPts val="0"/>
              </a:spcBef>
              <a:spcAft>
                <a:spcPts val="0"/>
              </a:spcAft>
              <a:buSzPts val="850"/>
              <a:buChar char="+"/>
            </a:pPr>
            <a:r>
              <a:rPr b="1" lang="en" sz="850">
                <a:solidFill>
                  <a:schemeClr val="dk1"/>
                </a:solidFill>
              </a:rPr>
              <a:t>Bayesian Structural Model:</a:t>
            </a:r>
            <a:r>
              <a:rPr lang="en" sz="850">
                <a:solidFill>
                  <a:schemeClr val="dk1"/>
                </a:solidFill>
              </a:rPr>
              <a:t> It requires structural stability. It fails when the pre‑period is too short or the counterfactual is unstable, as it requires good prior knowledge.</a:t>
            </a:r>
            <a:endParaRPr sz="850"/>
          </a:p>
          <a:p>
            <a:pPr indent="0" lvl="0" marL="0" rtl="0" algn="l">
              <a:lnSpc>
                <a:spcPct val="115000"/>
              </a:lnSpc>
              <a:spcBef>
                <a:spcPts val="1200"/>
              </a:spcBef>
              <a:spcAft>
                <a:spcPts val="0"/>
              </a:spcAft>
              <a:buNone/>
            </a:pPr>
            <a:r>
              <a:rPr lang="en" sz="850">
                <a:solidFill>
                  <a:schemeClr val="dk1"/>
                </a:solidFill>
              </a:rPr>
              <a:t>If the chosen model happens to fail its underlying assumption for the specific geo‑experiment, the resulting lift estimate is biased—yet </a:t>
            </a:r>
            <a:r>
              <a:rPr b="1" lang="en" sz="850">
                <a:solidFill>
                  <a:schemeClr val="dk1"/>
                </a:solidFill>
              </a:rPr>
              <a:t>the practitioner has no way of knowing this without comparing against alternative models</a:t>
            </a:r>
            <a:r>
              <a:rPr lang="en" sz="850">
                <a:solidFill>
                  <a:schemeClr val="dk1"/>
                </a:solidFill>
              </a:rPr>
              <a:t>.</a:t>
            </a:r>
            <a:r>
              <a:rPr b="1" lang="en" sz="850">
                <a:solidFill>
                  <a:schemeClr val="dk1"/>
                </a:solidFill>
              </a:rPr>
              <a:t> There is no built‑in mechanism to triangulate estimates</a:t>
            </a:r>
            <a:r>
              <a:rPr lang="en" sz="850">
                <a:solidFill>
                  <a:schemeClr val="dk1"/>
                </a:solidFill>
              </a:rPr>
              <a:t> and determine whether multiple independent models converge on a consensus. Relying on a single model risks algorithmic bias and undermines confidence in the final budget decision.</a:t>
            </a:r>
            <a:endParaRPr b="1" sz="1000"/>
          </a:p>
          <a:p>
            <a:pPr indent="0" lvl="0" marL="0" rtl="0" algn="l">
              <a:spcBef>
                <a:spcPts val="1200"/>
              </a:spcBef>
              <a:spcAft>
                <a:spcPts val="0"/>
              </a:spcAft>
              <a:buNone/>
            </a:pPr>
            <a:r>
              <a:t/>
            </a:r>
            <a:endParaRPr b="1"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86"/>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The Three Core Problems This Study Addresses</a:t>
            </a:r>
            <a:endParaRPr sz="2400"/>
          </a:p>
          <a:p>
            <a:pPr indent="0" lvl="0" marL="0" rtl="0" algn="l">
              <a:spcBef>
                <a:spcPts val="0"/>
              </a:spcBef>
              <a:spcAft>
                <a:spcPts val="0"/>
              </a:spcAft>
              <a:buNone/>
            </a:pPr>
            <a:r>
              <a:t/>
            </a:r>
            <a:endParaRPr/>
          </a:p>
        </p:txBody>
      </p:sp>
      <p:graphicFrame>
        <p:nvGraphicFramePr>
          <p:cNvPr id="779" name="Google Shape;779;p86"/>
          <p:cNvGraphicFramePr/>
          <p:nvPr/>
        </p:nvGraphicFramePr>
        <p:xfrm>
          <a:off x="602538" y="1163475"/>
          <a:ext cx="3000000" cy="3000000"/>
        </p:xfrm>
        <a:graphic>
          <a:graphicData uri="http://schemas.openxmlformats.org/drawingml/2006/table">
            <a:tbl>
              <a:tblPr>
                <a:solidFill>
                  <a:srgbClr val="FFFFFF"/>
                </a:solidFill>
                <a:tableStyleId>{C1326A0E-4E08-4F66-98AB-BA6195F68B98}</a:tableStyleId>
              </a:tblPr>
              <a:tblGrid>
                <a:gridCol w="1245725"/>
                <a:gridCol w="3431050"/>
                <a:gridCol w="3262150"/>
              </a:tblGrid>
              <a:tr h="181250">
                <a:tc>
                  <a:txBody>
                    <a:bodyPr/>
                    <a:lstStyle/>
                    <a:p>
                      <a:pPr indent="0" lvl="0" marL="0" rtl="0" algn="l">
                        <a:lnSpc>
                          <a:spcPct val="163043"/>
                        </a:lnSpc>
                        <a:spcBef>
                          <a:spcPts val="0"/>
                        </a:spcBef>
                        <a:spcAft>
                          <a:spcPts val="0"/>
                        </a:spcAft>
                        <a:buNone/>
                      </a:pPr>
                      <a:r>
                        <a:rPr b="1" lang="en" sz="800">
                          <a:solidFill>
                            <a:srgbClr val="0F1115"/>
                          </a:solidFill>
                          <a:highlight>
                            <a:srgbClr val="FFFFFF"/>
                          </a:highlight>
                          <a:latin typeface="Roboto"/>
                          <a:ea typeface="Roboto"/>
                          <a:cs typeface="Roboto"/>
                          <a:sym typeface="Roboto"/>
                        </a:rPr>
                        <a:t>Phase</a:t>
                      </a:r>
                      <a:endParaRPr b="1"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n" sz="800">
                          <a:solidFill>
                            <a:srgbClr val="0F1115"/>
                          </a:solidFill>
                          <a:highlight>
                            <a:srgbClr val="FFFFFF"/>
                          </a:highlight>
                          <a:latin typeface="Roboto"/>
                          <a:ea typeface="Roboto"/>
                          <a:cs typeface="Roboto"/>
                          <a:sym typeface="Roboto"/>
                        </a:rPr>
                        <a:t>Problem</a:t>
                      </a:r>
                      <a:endParaRPr b="1"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n" sz="800">
                          <a:solidFill>
                            <a:srgbClr val="0F1115"/>
                          </a:solidFill>
                          <a:highlight>
                            <a:srgbClr val="FFFFFF"/>
                          </a:highlight>
                          <a:latin typeface="Roboto"/>
                          <a:ea typeface="Roboto"/>
                          <a:cs typeface="Roboto"/>
                          <a:sym typeface="Roboto"/>
                        </a:rPr>
                        <a:t>Consequence</a:t>
                      </a:r>
                      <a:endParaRPr b="1"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Greedy matching on pre‑period outcomes</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Pairs structurally dissimilar markets → Heterogeneity bias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Discarding of controls after matching</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Wastes good donors, inflates variance, reduces statistical power</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Assumption of homogeneous treatment effects</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Fails in real‑world heavy‑tailed distributions (Chen et al., 2021)</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Ignoring causal priors in historical data</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Missed opportunity to improve stratification with structural knowledge</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Validation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No pre‑experiment simulation or safety gates</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Underpowered tests, arbitrary budgets, undetected structural drift</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Validation</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No Minimum Detectable Effect (MDE) calculation</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Teams fly blind into expensive live experiments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Analysis</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Reliance on a single estimation framework</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Algorithmic bias—DiD, QRF, or Bayesian may each fail under different conditions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79750">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Analysis</a:t>
                      </a:r>
                      <a:endParaRPr sz="80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No triangulation or consensus mechanism</a:t>
                      </a:r>
                      <a:endParaRPr sz="80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00">
                          <a:solidFill>
                            <a:srgbClr val="0F1115"/>
                          </a:solidFill>
                          <a:highlight>
                            <a:srgbClr val="FFFFFF"/>
                          </a:highlight>
                          <a:latin typeface="Roboto"/>
                          <a:ea typeface="Roboto"/>
                          <a:cs typeface="Roboto"/>
                          <a:sym typeface="Roboto"/>
                        </a:rPr>
                        <a:t>Inability to distinguish signal from model‑specific artifacts</a:t>
                      </a:r>
                      <a:endParaRPr sz="80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87"/>
          <p:cNvSpPr txBox="1"/>
          <p:nvPr>
            <p:ph type="title"/>
          </p:nvPr>
        </p:nvSpPr>
        <p:spPr>
          <a:xfrm>
            <a:off x="228601" y="285750"/>
            <a:ext cx="8550300" cy="457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Problem Statements: Key Takeaways</a:t>
            </a:r>
            <a:endParaRPr sz="2400"/>
          </a:p>
          <a:p>
            <a:pPr indent="0" lvl="0" marL="0" rtl="0" algn="l">
              <a:spcBef>
                <a:spcPts val="0"/>
              </a:spcBef>
              <a:spcAft>
                <a:spcPts val="0"/>
              </a:spcAft>
              <a:buNone/>
            </a:pPr>
            <a:r>
              <a:t/>
            </a:r>
            <a:endParaRPr/>
          </a:p>
        </p:txBody>
      </p:sp>
      <p:sp>
        <p:nvSpPr>
          <p:cNvPr id="785" name="Google Shape;785;p87"/>
          <p:cNvSpPr txBox="1"/>
          <p:nvPr>
            <p:ph idx="1" type="body"/>
          </p:nvPr>
        </p:nvSpPr>
        <p:spPr>
          <a:xfrm>
            <a:off x="228600" y="988475"/>
            <a:ext cx="8550300" cy="1544700"/>
          </a:xfrm>
          <a:prstGeom prst="rect">
            <a:avLst/>
          </a:prstGeom>
        </p:spPr>
        <p:txBody>
          <a:bodyPr anchorCtr="0" anchor="t" bIns="34275" lIns="68575" spcFirstLastPara="1" rIns="68575" wrap="square" tIns="34275">
            <a:noAutofit/>
          </a:bodyPr>
          <a:lstStyle/>
          <a:p>
            <a:pPr indent="0" lvl="0" marL="0" rtl="0" algn="just">
              <a:spcBef>
                <a:spcPts val="900"/>
              </a:spcBef>
              <a:spcAft>
                <a:spcPts val="0"/>
              </a:spcAft>
              <a:buNone/>
            </a:pPr>
            <a:r>
              <a:rPr lang="en" sz="1000"/>
              <a:t>E</a:t>
            </a:r>
            <a:r>
              <a:rPr lang="en" sz="950"/>
              <a:t>xisting methods often disregard rich causal information present in historical data. Modern methodological updates propose grouping regions based on their latent structural identity rather than coincidental revenue trajectories. </a:t>
            </a:r>
            <a:r>
              <a:rPr b="1" lang="en" sz="950"/>
              <a:t>By matching high‑responsiveness</a:t>
            </a:r>
            <a:r>
              <a:rPr lang="en" sz="950"/>
              <a:t> geos with structurally similar peers, they react to external economic shocks in the same way, ensuring the counterfactual holds true throughout the entirety of the treatment period.</a:t>
            </a:r>
            <a:endParaRPr sz="950"/>
          </a:p>
          <a:p>
            <a:pPr indent="0" lvl="0" marL="0" rtl="0" algn="just">
              <a:spcBef>
                <a:spcPts val="900"/>
              </a:spcBef>
              <a:spcAft>
                <a:spcPts val="0"/>
              </a:spcAft>
              <a:buNone/>
            </a:pPr>
            <a:r>
              <a:t/>
            </a:r>
            <a:endParaRPr sz="950"/>
          </a:p>
          <a:p>
            <a:pPr indent="0" lvl="0" marL="0" rtl="0" algn="just">
              <a:spcBef>
                <a:spcPts val="900"/>
              </a:spcBef>
              <a:spcAft>
                <a:spcPts val="0"/>
              </a:spcAft>
              <a:buNone/>
            </a:pPr>
            <a:r>
              <a:rPr lang="en" sz="950"/>
              <a:t>This study addresses that missed opportunity. Rather than matching blindly on short‑term trends, we inject empirically derived causal priors—obtained from a Structural Equation Model (SEM)—into the stratification process. By weighting the density‑based clustering with these priors and constraining the greedy matching to operate within each resulting cohort, we prevent cross‑type matches and systematically reduce treatment effect heterogeneity bias. In addition, this study also addresses two additional gaps: the </a:t>
            </a:r>
            <a:r>
              <a:rPr b="1" lang="en" sz="950"/>
              <a:t>validation gap </a:t>
            </a:r>
            <a:r>
              <a:rPr lang="en" sz="950"/>
              <a:t>(no pre‑experiment simulation to confirm statistical feasibility) and the </a:t>
            </a:r>
            <a:r>
              <a:rPr b="1" lang="en" sz="950"/>
              <a:t>analysis gap</a:t>
            </a:r>
            <a:r>
              <a:rPr lang="en" sz="950"/>
              <a:t> (reliance on a single model without triangulation). Overall, this study addresses all three gaps through a unified 4‑stage pipeline:</a:t>
            </a:r>
            <a:endParaRPr sz="950"/>
          </a:p>
        </p:txBody>
      </p:sp>
      <p:graphicFrame>
        <p:nvGraphicFramePr>
          <p:cNvPr id="786" name="Google Shape;786;p87"/>
          <p:cNvGraphicFramePr/>
          <p:nvPr/>
        </p:nvGraphicFramePr>
        <p:xfrm>
          <a:off x="267400" y="2533164"/>
          <a:ext cx="3000000" cy="3000000"/>
        </p:xfrm>
        <a:graphic>
          <a:graphicData uri="http://schemas.openxmlformats.org/drawingml/2006/table">
            <a:tbl>
              <a:tblPr>
                <a:solidFill>
                  <a:srgbClr val="FFFFFF"/>
                </a:solidFill>
                <a:tableStyleId>{C1326A0E-4E08-4F66-98AB-BA6195F68B98}</a:tableStyleId>
              </a:tblPr>
              <a:tblGrid>
                <a:gridCol w="1626325"/>
                <a:gridCol w="6982875"/>
              </a:tblGrid>
              <a:tr h="372150">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Gap</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Our Solution</a:t>
                      </a:r>
                      <a:endParaRPr sz="850">
                        <a:solidFill>
                          <a:srgbClr val="0F1115"/>
                        </a:solidFill>
                        <a:highlight>
                          <a:srgbClr val="FFFFFF"/>
                        </a:highlight>
                        <a:latin typeface="Roboto"/>
                        <a:ea typeface="Roboto"/>
                        <a:cs typeface="Roboto"/>
                        <a:sym typeface="Roboto"/>
                      </a:endParaRPr>
                    </a:p>
                  </a:txBody>
                  <a:tcPr marT="95250" marB="95250" marR="152400"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75">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Design</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Inject empirically derived causal priors (SEM) into DBSCAN stratification; constrain greedy matching to operate within homogeneous cohorts</a:t>
                      </a:r>
                      <a:endParaRPr sz="8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75">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Validation</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Simulate synthetic intervention to calculate MDE against α=0.10, power=0.80; run AA tests, drift checks, and correlation diagnostics before live spend</a:t>
                      </a:r>
                      <a:endParaRPr sz="8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08350">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Analysis</a:t>
                      </a:r>
                      <a:endParaRPr sz="850">
                        <a:solidFill>
                          <a:srgbClr val="0F1115"/>
                        </a:solidFill>
                        <a:highlight>
                          <a:srgbClr val="FFFFFF"/>
                        </a:highlight>
                        <a:latin typeface="Roboto"/>
                        <a:ea typeface="Roboto"/>
                        <a:cs typeface="Roboto"/>
                        <a:sym typeface="Roboto"/>
                      </a:endParaRPr>
                    </a:p>
                  </a:txBody>
                  <a:tcPr marT="95250" marB="95250" marR="152400"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850">
                          <a:solidFill>
                            <a:srgbClr val="0F1115"/>
                          </a:solidFill>
                          <a:highlight>
                            <a:srgbClr val="FFFFFF"/>
                          </a:highlight>
                          <a:latin typeface="Roboto"/>
                          <a:ea typeface="Roboto"/>
                          <a:cs typeface="Roboto"/>
                          <a:sym typeface="Roboto"/>
                        </a:rPr>
                        <a:t>Triangulate lift estimates using Frequentist DiD, Quantile Random Forest (QRF), and Bayesian Structural Time‑Series (CausalImpact); 2‑out‑of‑3 consensus rule determines statistical significance</a:t>
                      </a:r>
                      <a:endParaRPr sz="850">
                        <a:solidFill>
                          <a:srgbClr val="0F1115"/>
                        </a:solidFill>
                        <a:highlight>
                          <a:srgbClr val="FFFFFF"/>
                        </a:highlight>
                        <a:latin typeface="Roboto"/>
                        <a:ea typeface="Roboto"/>
                        <a:cs typeface="Roboto"/>
                        <a:sym typeface="Roboto"/>
                      </a:endParaRPr>
                    </a:p>
                  </a:txBody>
                  <a:tcPr marT="95250" marB="95250" marR="91425" marL="1524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88"/>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Objective of the Study</a:t>
            </a:r>
            <a:endParaRPr sz="2400"/>
          </a:p>
        </p:txBody>
      </p:sp>
      <p:sp>
        <p:nvSpPr>
          <p:cNvPr id="792" name="Google Shape;792;p88"/>
          <p:cNvSpPr txBox="1"/>
          <p:nvPr>
            <p:ph idx="1" type="body"/>
          </p:nvPr>
        </p:nvSpPr>
        <p:spPr>
          <a:xfrm>
            <a:off x="228600" y="1200150"/>
            <a:ext cx="8550300" cy="3717900"/>
          </a:xfrm>
          <a:prstGeom prst="rect">
            <a:avLst/>
          </a:prstGeom>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sz="950">
                <a:solidFill>
                  <a:srgbClr val="0F1115"/>
                </a:solidFill>
                <a:highlight>
                  <a:srgbClr val="FFFFFF"/>
                </a:highlight>
                <a:latin typeface="Roboto"/>
                <a:ea typeface="Roboto"/>
                <a:cs typeface="Roboto"/>
                <a:sym typeface="Roboto"/>
              </a:rPr>
              <a:t>The primary objective of this study is to develop and empirically validate a robust, replicable causal framework for designing, evaluating, and measuring geo‑experiments that reduces matching bias and enhances the precision of incremental lift estimation.</a:t>
            </a:r>
            <a:endParaRPr sz="95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950">
                <a:solidFill>
                  <a:srgbClr val="0F1115"/>
                </a:solidFill>
                <a:highlight>
                  <a:srgbClr val="FFFFFF"/>
                </a:highlight>
                <a:latin typeface="Roboto"/>
                <a:ea typeface="Roboto"/>
                <a:cs typeface="Roboto"/>
                <a:sym typeface="Roboto"/>
              </a:rPr>
              <a:t>The specific objectives are:</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120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identify causal media pathways and generate market‑specific responsiveness priors:</a:t>
            </a:r>
            <a:r>
              <a:rPr lang="en" sz="950">
                <a:solidFill>
                  <a:srgbClr val="0F1115"/>
                </a:solidFill>
                <a:highlight>
                  <a:srgbClr val="FFFFFF"/>
                </a:highlight>
                <a:latin typeface="Roboto"/>
                <a:ea typeface="Roboto"/>
                <a:cs typeface="Roboto"/>
                <a:sym typeface="Roboto"/>
              </a:rPr>
              <a:t> Estimate a panel SEM with fixed effects to map the causal influence of media channels (e.g., brand, demand generation, PMax) on revenue, and derive a "responsiveness score" for each geo to be used in the design phase.</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stratify geographic markets into internally homogeneous cohorts: </a:t>
            </a:r>
            <a:r>
              <a:rPr lang="en" sz="950">
                <a:solidFill>
                  <a:srgbClr val="0F1115"/>
                </a:solidFill>
                <a:highlight>
                  <a:srgbClr val="FFFFFF"/>
                </a:highlight>
                <a:latin typeface="Roboto"/>
                <a:ea typeface="Roboto"/>
                <a:cs typeface="Roboto"/>
                <a:sym typeface="Roboto"/>
              </a:rPr>
              <a:t>Implement a weighted DBSCAN algorithm utilizing correlation distance (</a:t>
            </a:r>
            <a:r>
              <a:rPr lang="en" sz="950">
                <a:solidFill>
                  <a:srgbClr val="0F1115"/>
                </a:solidFill>
                <a:highlight>
                  <a:srgbClr val="EBEEF2"/>
                </a:highlight>
                <a:latin typeface="Roboto Mono"/>
                <a:ea typeface="Roboto Mono"/>
                <a:cs typeface="Roboto Mono"/>
                <a:sym typeface="Roboto Mono"/>
              </a:rPr>
              <a:t>metric='correlation'</a:t>
            </a:r>
            <a:r>
              <a:rPr lang="en" sz="950">
                <a:solidFill>
                  <a:srgbClr val="0F1115"/>
                </a:solidFill>
                <a:highlight>
                  <a:srgbClr val="FFFFFF"/>
                </a:highlight>
                <a:latin typeface="Roboto"/>
                <a:ea typeface="Roboto"/>
                <a:cs typeface="Roboto"/>
                <a:sym typeface="Roboto"/>
              </a:rPr>
              <a:t>, </a:t>
            </a:r>
            <a:r>
              <a:rPr lang="en" sz="950">
                <a:solidFill>
                  <a:srgbClr val="0F1115"/>
                </a:solidFill>
                <a:highlight>
                  <a:srgbClr val="EBEEF2"/>
                </a:highlight>
                <a:latin typeface="Roboto Mono"/>
                <a:ea typeface="Roboto Mono"/>
                <a:cs typeface="Roboto Mono"/>
                <a:sym typeface="Roboto Mono"/>
              </a:rPr>
              <a:t>eps=0.10</a:t>
            </a:r>
            <a:r>
              <a:rPr lang="en" sz="950">
                <a:solidFill>
                  <a:srgbClr val="0F1115"/>
                </a:solidFill>
                <a:highlight>
                  <a:srgbClr val="FFFFFF"/>
                </a:highlight>
                <a:latin typeface="Roboto"/>
                <a:ea typeface="Roboto"/>
                <a:cs typeface="Roboto"/>
                <a:sym typeface="Roboto"/>
              </a:rPr>
              <a:t>) and SEM‑derived feature weights to objectively cluster DMAs based on revenue, visits, orders, and the responsiveness priors, while isolating volatile outliers (noise).</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develop a cluster‑constrained greedy matching protocol: </a:t>
            </a:r>
            <a:r>
              <a:rPr lang="en" sz="950">
                <a:solidFill>
                  <a:srgbClr val="0F1115"/>
                </a:solidFill>
                <a:highlight>
                  <a:srgbClr val="FFFFFF"/>
                </a:highlight>
                <a:latin typeface="Roboto"/>
                <a:ea typeface="Roboto"/>
                <a:cs typeface="Roboto"/>
                <a:sym typeface="Roboto"/>
              </a:rPr>
              <a:t>Integrate Google's Matched Markets algorithm but constrain the search to operate strictly within the DBSCAN‑derived cohorts, preventing cross‑type mismatches and systematically reducing treatment effect heterogeneity bias.</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establish a validation and power analysis protocol: </a:t>
            </a:r>
            <a:r>
              <a:rPr lang="en" sz="950">
                <a:solidFill>
                  <a:srgbClr val="0F1115"/>
                </a:solidFill>
                <a:highlight>
                  <a:srgbClr val="FFFFFF"/>
                </a:highlight>
                <a:latin typeface="Roboto"/>
                <a:ea typeface="Roboto"/>
                <a:cs typeface="Roboto"/>
                <a:sym typeface="Roboto"/>
              </a:rPr>
              <a:t>Simulate a synthetic intervention to compute the Minimum Detectable Effect (MDE) against pre‑determined statistical thresholds (α=0.10, power=0.80), utilizing AA tests, drift checks, correlation diagnostics, and pre‑period model fit metrics (RMSE, R²) to certify design integrity before live execution.</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triangulate causal lift estimation:</a:t>
            </a:r>
            <a:r>
              <a:rPr lang="en" sz="950">
                <a:solidFill>
                  <a:srgbClr val="0F1115"/>
                </a:solidFill>
                <a:highlight>
                  <a:srgbClr val="FFFFFF"/>
                </a:highlight>
                <a:latin typeface="Roboto"/>
                <a:ea typeface="Roboto"/>
                <a:cs typeface="Roboto"/>
                <a:sym typeface="Roboto"/>
              </a:rPr>
              <a:t> Compare and contrast the incremental revenue estimates generated by three distinct modeling frameworks—Time-Based Regression, Quantile Random Forest (QRF), and Bayesian Structural Time‑Series —using a 2‑out‑of‑3 voting rule to validate results and provide robust, decision‑ready confidence intervals.</a:t>
            </a:r>
            <a:endParaRPr sz="950">
              <a:solidFill>
                <a:srgbClr val="0F1115"/>
              </a:solidFill>
              <a:highlight>
                <a:srgbClr val="FFFFFF"/>
              </a:highlight>
              <a:latin typeface="Roboto"/>
              <a:ea typeface="Roboto"/>
              <a:cs typeface="Roboto"/>
              <a:sym typeface="Roboto"/>
            </a:endParaRPr>
          </a:p>
          <a:p>
            <a:pPr indent="-288925" lvl="0" marL="457200" rtl="0" algn="l">
              <a:lnSpc>
                <a:spcPct val="115000"/>
              </a:lnSpc>
              <a:spcBef>
                <a:spcPts val="0"/>
              </a:spcBef>
              <a:spcAft>
                <a:spcPts val="0"/>
              </a:spcAft>
              <a:buClr>
                <a:srgbClr val="0F1115"/>
              </a:buClr>
              <a:buSzPts val="950"/>
              <a:buFont typeface="Roboto"/>
              <a:buAutoNum type="arabicPeriod"/>
            </a:pPr>
            <a:r>
              <a:rPr b="1" lang="en" sz="950">
                <a:solidFill>
                  <a:srgbClr val="0F1115"/>
                </a:solidFill>
                <a:highlight>
                  <a:srgbClr val="FFFFFF"/>
                </a:highlight>
                <a:latin typeface="Roboto"/>
                <a:ea typeface="Roboto"/>
                <a:cs typeface="Roboto"/>
                <a:sym typeface="Roboto"/>
              </a:rPr>
              <a:t>To assess the generalizability and limitations:</a:t>
            </a:r>
            <a:r>
              <a:rPr lang="en" sz="950">
                <a:solidFill>
                  <a:srgbClr val="0F1115"/>
                </a:solidFill>
                <a:highlight>
                  <a:srgbClr val="FFFFFF"/>
                </a:highlight>
                <a:latin typeface="Roboto"/>
                <a:ea typeface="Roboto"/>
                <a:cs typeface="Roboto"/>
                <a:sym typeface="Roboto"/>
              </a:rPr>
              <a:t> Conduct sensitivity analyses across varying pre‑test and post‑test windows, and characterize the differences between retained dense DMAs and discarded volatile DMAs to define the scope of external validity.</a:t>
            </a:r>
            <a:endParaRPr sz="95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sz="9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89"/>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Mapping Objectives to Problem Statements</a:t>
            </a:r>
            <a:endParaRPr sz="2400"/>
          </a:p>
          <a:p>
            <a:pPr indent="0" lvl="0" marL="0" rtl="0" algn="l">
              <a:spcBef>
                <a:spcPts val="0"/>
              </a:spcBef>
              <a:spcAft>
                <a:spcPts val="0"/>
              </a:spcAft>
              <a:buNone/>
            </a:pPr>
            <a:r>
              <a:t/>
            </a:r>
            <a:endParaRPr/>
          </a:p>
        </p:txBody>
      </p:sp>
      <p:graphicFrame>
        <p:nvGraphicFramePr>
          <p:cNvPr id="798" name="Google Shape;798;p89"/>
          <p:cNvGraphicFramePr/>
          <p:nvPr/>
        </p:nvGraphicFramePr>
        <p:xfrm>
          <a:off x="990600" y="1492950"/>
          <a:ext cx="3000000" cy="3000000"/>
        </p:xfrm>
        <a:graphic>
          <a:graphicData uri="http://schemas.openxmlformats.org/drawingml/2006/table">
            <a:tbl>
              <a:tblPr>
                <a:solidFill>
                  <a:srgbClr val="FFFFFF"/>
                </a:solidFill>
                <a:tableStyleId>{C1326A0E-4E08-4F66-98AB-BA6195F68B98}</a:tableStyleId>
              </a:tblPr>
              <a:tblGrid>
                <a:gridCol w="4305300"/>
                <a:gridCol w="2857500"/>
              </a:tblGrid>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Problem Statement Gap</a:t>
                      </a:r>
                      <a:endParaRPr sz="1150">
                        <a:solidFill>
                          <a:srgbClr val="0F1115"/>
                        </a:solidFill>
                        <a:highlight>
                          <a:srgbClr val="FFFFFF"/>
                        </a:highlight>
                        <a:latin typeface="Roboto"/>
                        <a:ea typeface="Roboto"/>
                        <a:cs typeface="Roboto"/>
                        <a:sym typeface="Roboto"/>
                      </a:endParaRPr>
                    </a:p>
                  </a:txBody>
                  <a:tcPr marT="95250" marB="95250" marR="152400" marL="91425">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Corresponding Objective</a:t>
                      </a:r>
                      <a:endParaRPr sz="115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Greedy matching ignores causal priors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1 + 2 + 3</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No pre‑experiment simulation or safety gates</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4</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Single‑model reliance, no triangulation</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5</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38150">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Generalizability limitations unknown</a:t>
                      </a:r>
                      <a:endParaRPr sz="115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n" sz="1150">
                          <a:solidFill>
                            <a:srgbClr val="0F1115"/>
                          </a:solidFill>
                          <a:highlight>
                            <a:srgbClr val="FFFFFF"/>
                          </a:highlight>
                          <a:latin typeface="Roboto"/>
                          <a:ea typeface="Roboto"/>
                          <a:cs typeface="Roboto"/>
                          <a:sym typeface="Roboto"/>
                        </a:rPr>
                        <a:t>Objective 6</a:t>
                      </a:r>
                      <a:endParaRPr sz="115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90"/>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The End-to-End Study Work Flow Ecosystem</a:t>
            </a:r>
            <a:endParaRPr sz="2400"/>
          </a:p>
        </p:txBody>
      </p:sp>
      <p:sp>
        <p:nvSpPr>
          <p:cNvPr id="804" name="Google Shape;804;p90"/>
          <p:cNvSpPr txBox="1"/>
          <p:nvPr>
            <p:ph idx="1" type="body"/>
          </p:nvPr>
        </p:nvSpPr>
        <p:spPr>
          <a:xfrm>
            <a:off x="228600" y="1200150"/>
            <a:ext cx="8550300" cy="457200"/>
          </a:xfrm>
          <a:prstGeom prst="rect">
            <a:avLst/>
          </a:prstGeom>
        </p:spPr>
        <p:txBody>
          <a:bodyPr anchorCtr="0" anchor="t" bIns="34275" lIns="68575" spcFirstLastPara="1" rIns="68575" wrap="square" tIns="34275">
            <a:noAutofit/>
          </a:bodyPr>
          <a:lstStyle/>
          <a:p>
            <a:pPr indent="0" lvl="0" marL="0" rtl="0" algn="l">
              <a:spcBef>
                <a:spcPts val="900"/>
              </a:spcBef>
              <a:spcAft>
                <a:spcPts val="0"/>
              </a:spcAft>
              <a:buNone/>
            </a:pPr>
            <a:r>
              <a:rPr lang="en" sz="1400"/>
              <a:t>A unified, minimal human interference architecture bridging Applied Computing and Strategic Execution.</a:t>
            </a:r>
            <a:endParaRPr sz="1400"/>
          </a:p>
        </p:txBody>
      </p:sp>
      <p:sp>
        <p:nvSpPr>
          <p:cNvPr id="805" name="Google Shape;805;p90"/>
          <p:cNvSpPr/>
          <p:nvPr/>
        </p:nvSpPr>
        <p:spPr>
          <a:xfrm>
            <a:off x="1493650"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90"/>
          <p:cNvSpPr/>
          <p:nvPr/>
        </p:nvSpPr>
        <p:spPr>
          <a:xfrm>
            <a:off x="2830025"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90"/>
          <p:cNvSpPr/>
          <p:nvPr/>
        </p:nvSpPr>
        <p:spPr>
          <a:xfrm>
            <a:off x="4166400"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90"/>
          <p:cNvSpPr/>
          <p:nvPr/>
        </p:nvSpPr>
        <p:spPr>
          <a:xfrm>
            <a:off x="5502775"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90"/>
          <p:cNvSpPr/>
          <p:nvPr/>
        </p:nvSpPr>
        <p:spPr>
          <a:xfrm>
            <a:off x="6839150" y="2372200"/>
            <a:ext cx="674700" cy="674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90"/>
          <p:cNvSpPr txBox="1"/>
          <p:nvPr/>
        </p:nvSpPr>
        <p:spPr>
          <a:xfrm>
            <a:off x="1205200" y="3112475"/>
            <a:ext cx="1251600" cy="95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1. Discovery</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SEM</a:t>
            </a:r>
            <a:r>
              <a:rPr lang="en" sz="900">
                <a:solidFill>
                  <a:schemeClr val="dk1"/>
                </a:solidFill>
              </a:rPr>
              <a:t> dynamically maps cross-channel causal influence.</a:t>
            </a:r>
            <a:endParaRPr sz="900">
              <a:solidFill>
                <a:schemeClr val="dk1"/>
              </a:solidFill>
            </a:endParaRPr>
          </a:p>
        </p:txBody>
      </p:sp>
      <p:sp>
        <p:nvSpPr>
          <p:cNvPr id="811" name="Google Shape;811;p90"/>
          <p:cNvSpPr txBox="1"/>
          <p:nvPr/>
        </p:nvSpPr>
        <p:spPr>
          <a:xfrm>
            <a:off x="2541575" y="3112475"/>
            <a:ext cx="12516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2. Design</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Stratified DBSCAN</a:t>
            </a:r>
            <a:r>
              <a:rPr lang="en" sz="900">
                <a:solidFill>
                  <a:schemeClr val="dk1"/>
                </a:solidFill>
              </a:rPr>
              <a:t> clustering objectively matches homogenous markets.</a:t>
            </a:r>
            <a:endParaRPr sz="900">
              <a:solidFill>
                <a:schemeClr val="dk1"/>
              </a:solidFill>
            </a:endParaRPr>
          </a:p>
        </p:txBody>
      </p:sp>
      <p:sp>
        <p:nvSpPr>
          <p:cNvPr id="812" name="Google Shape;812;p90"/>
          <p:cNvSpPr txBox="1"/>
          <p:nvPr/>
        </p:nvSpPr>
        <p:spPr>
          <a:xfrm>
            <a:off x="4014300" y="3112475"/>
            <a:ext cx="1149000" cy="95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3. Simulation</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Power Analysis </a:t>
            </a:r>
            <a:r>
              <a:rPr lang="en" sz="900">
                <a:solidFill>
                  <a:schemeClr val="dk1"/>
                </a:solidFill>
              </a:rPr>
              <a:t>thru</a:t>
            </a:r>
            <a:r>
              <a:rPr b="1" lang="en" sz="900">
                <a:solidFill>
                  <a:schemeClr val="dk1"/>
                </a:solidFill>
              </a:rPr>
              <a:t> </a:t>
            </a:r>
            <a:r>
              <a:rPr lang="en" sz="900">
                <a:solidFill>
                  <a:schemeClr val="dk1"/>
                </a:solidFill>
              </a:rPr>
              <a:t>synthetic Data Injection</a:t>
            </a:r>
            <a:endParaRPr sz="900">
              <a:solidFill>
                <a:schemeClr val="dk1"/>
              </a:solidFill>
            </a:endParaRPr>
          </a:p>
        </p:txBody>
      </p:sp>
      <p:sp>
        <p:nvSpPr>
          <p:cNvPr id="813" name="Google Shape;813;p90"/>
          <p:cNvSpPr txBox="1"/>
          <p:nvPr/>
        </p:nvSpPr>
        <p:spPr>
          <a:xfrm>
            <a:off x="5382175" y="3112475"/>
            <a:ext cx="9159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4. Validation</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Safety Gates</a:t>
            </a:r>
            <a:r>
              <a:rPr lang="en" sz="900">
                <a:solidFill>
                  <a:schemeClr val="dk1"/>
                </a:solidFill>
              </a:rPr>
              <a:t> (A/A, Drift) verify structural integrity.</a:t>
            </a:r>
            <a:endParaRPr sz="900">
              <a:solidFill>
                <a:schemeClr val="dk1"/>
              </a:solidFill>
            </a:endParaRPr>
          </a:p>
        </p:txBody>
      </p:sp>
      <p:sp>
        <p:nvSpPr>
          <p:cNvPr id="814" name="Google Shape;814;p90"/>
          <p:cNvSpPr txBox="1"/>
          <p:nvPr/>
        </p:nvSpPr>
        <p:spPr>
          <a:xfrm>
            <a:off x="6537200" y="3192125"/>
            <a:ext cx="1278600" cy="127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900">
                <a:solidFill>
                  <a:schemeClr val="dk1"/>
                </a:solidFill>
              </a:rPr>
              <a:t>5. Analysis</a:t>
            </a:r>
            <a:endParaRPr b="1" sz="900">
              <a:solidFill>
                <a:schemeClr val="dk1"/>
              </a:solidFill>
            </a:endParaRPr>
          </a:p>
          <a:p>
            <a:pPr indent="0" lvl="0" marL="0" rtl="0" algn="l">
              <a:lnSpc>
                <a:spcPct val="115000"/>
              </a:lnSpc>
              <a:spcBef>
                <a:spcPts val="1200"/>
              </a:spcBef>
              <a:spcAft>
                <a:spcPts val="1200"/>
              </a:spcAft>
              <a:buNone/>
            </a:pPr>
            <a:r>
              <a:rPr b="1" lang="en" sz="900">
                <a:solidFill>
                  <a:schemeClr val="dk1"/>
                </a:solidFill>
              </a:rPr>
              <a:t>Triangulated Causal Estimation </a:t>
            </a:r>
            <a:r>
              <a:rPr lang="en" sz="900">
                <a:solidFill>
                  <a:schemeClr val="dk1"/>
                </a:solidFill>
              </a:rPr>
              <a:t>that </a:t>
            </a:r>
            <a:r>
              <a:rPr lang="en" sz="900">
                <a:solidFill>
                  <a:schemeClr val="dk1"/>
                </a:solidFill>
              </a:rPr>
              <a:t>calculates exact incremental ROI &amp; exports playbooks.</a:t>
            </a:r>
            <a:endParaRPr sz="900">
              <a:solidFill>
                <a:schemeClr val="dk1"/>
              </a:solidFill>
            </a:endParaRPr>
          </a:p>
        </p:txBody>
      </p:sp>
      <p:cxnSp>
        <p:nvCxnSpPr>
          <p:cNvPr id="815" name="Google Shape;815;p90"/>
          <p:cNvCxnSpPr>
            <a:endCxn id="806" idx="2"/>
          </p:cNvCxnSpPr>
          <p:nvPr/>
        </p:nvCxnSpPr>
        <p:spPr>
          <a:xfrm>
            <a:off x="2168825" y="2700850"/>
            <a:ext cx="661200" cy="8700"/>
          </a:xfrm>
          <a:prstGeom prst="straightConnector1">
            <a:avLst/>
          </a:prstGeom>
          <a:noFill/>
          <a:ln cap="flat" cmpd="sng" w="9525">
            <a:solidFill>
              <a:schemeClr val="dk2"/>
            </a:solidFill>
            <a:prstDash val="dash"/>
            <a:round/>
            <a:headEnd len="med" w="med" type="none"/>
            <a:tailEnd len="med" w="med" type="none"/>
          </a:ln>
        </p:spPr>
      </p:cxnSp>
      <p:cxnSp>
        <p:nvCxnSpPr>
          <p:cNvPr id="816" name="Google Shape;816;p90"/>
          <p:cNvCxnSpPr>
            <a:stCxn id="806" idx="6"/>
            <a:endCxn id="807" idx="2"/>
          </p:cNvCxnSpPr>
          <p:nvPr/>
        </p:nvCxnSpPr>
        <p:spPr>
          <a:xfrm>
            <a:off x="3504725" y="2709550"/>
            <a:ext cx="661800" cy="0"/>
          </a:xfrm>
          <a:prstGeom prst="straightConnector1">
            <a:avLst/>
          </a:prstGeom>
          <a:noFill/>
          <a:ln cap="flat" cmpd="sng" w="9525">
            <a:solidFill>
              <a:schemeClr val="dk2"/>
            </a:solidFill>
            <a:prstDash val="dash"/>
            <a:round/>
            <a:headEnd len="med" w="med" type="none"/>
            <a:tailEnd len="med" w="med" type="none"/>
          </a:ln>
        </p:spPr>
      </p:cxnSp>
      <p:cxnSp>
        <p:nvCxnSpPr>
          <p:cNvPr id="817" name="Google Shape;817;p90"/>
          <p:cNvCxnSpPr>
            <a:stCxn id="807" idx="6"/>
            <a:endCxn id="808" idx="2"/>
          </p:cNvCxnSpPr>
          <p:nvPr/>
        </p:nvCxnSpPr>
        <p:spPr>
          <a:xfrm>
            <a:off x="4841100" y="2709550"/>
            <a:ext cx="661800" cy="0"/>
          </a:xfrm>
          <a:prstGeom prst="straightConnector1">
            <a:avLst/>
          </a:prstGeom>
          <a:noFill/>
          <a:ln cap="flat" cmpd="sng" w="9525">
            <a:solidFill>
              <a:schemeClr val="dk2"/>
            </a:solidFill>
            <a:prstDash val="dash"/>
            <a:round/>
            <a:headEnd len="med" w="med" type="none"/>
            <a:tailEnd len="med" w="med" type="none"/>
          </a:ln>
        </p:spPr>
      </p:cxnSp>
      <p:cxnSp>
        <p:nvCxnSpPr>
          <p:cNvPr id="818" name="Google Shape;818;p90"/>
          <p:cNvCxnSpPr>
            <a:stCxn id="808" idx="6"/>
            <a:endCxn id="809" idx="2"/>
          </p:cNvCxnSpPr>
          <p:nvPr/>
        </p:nvCxnSpPr>
        <p:spPr>
          <a:xfrm>
            <a:off x="6177475" y="2709550"/>
            <a:ext cx="661800" cy="0"/>
          </a:xfrm>
          <a:prstGeom prst="straightConnector1">
            <a:avLst/>
          </a:prstGeom>
          <a:noFill/>
          <a:ln cap="flat" cmpd="sng" w="9525">
            <a:solidFill>
              <a:schemeClr val="dk2"/>
            </a:solidFill>
            <a:prstDash val="dash"/>
            <a:round/>
            <a:headEnd len="med" w="med" type="none"/>
            <a:tailEnd len="med" w="med" type="none"/>
          </a:ln>
        </p:spPr>
      </p:cxnSp>
      <p:pic>
        <p:nvPicPr>
          <p:cNvPr id="819" name="Google Shape;819;p90"/>
          <p:cNvPicPr preferRelativeResize="0"/>
          <p:nvPr/>
        </p:nvPicPr>
        <p:blipFill>
          <a:blip r:embed="rId3">
            <a:alphaModFix/>
          </a:blip>
          <a:stretch>
            <a:fillRect/>
          </a:stretch>
        </p:blipFill>
        <p:spPr>
          <a:xfrm>
            <a:off x="1666600" y="2545150"/>
            <a:ext cx="328800" cy="328800"/>
          </a:xfrm>
          <a:prstGeom prst="rect">
            <a:avLst/>
          </a:prstGeom>
          <a:noFill/>
          <a:ln>
            <a:noFill/>
          </a:ln>
        </p:spPr>
      </p:pic>
      <p:pic>
        <p:nvPicPr>
          <p:cNvPr id="820" name="Google Shape;820;p90"/>
          <p:cNvPicPr preferRelativeResize="0"/>
          <p:nvPr/>
        </p:nvPicPr>
        <p:blipFill>
          <a:blip r:embed="rId4">
            <a:alphaModFix/>
          </a:blip>
          <a:stretch>
            <a:fillRect/>
          </a:stretch>
        </p:blipFill>
        <p:spPr>
          <a:xfrm>
            <a:off x="2958459" y="2500625"/>
            <a:ext cx="417825" cy="417850"/>
          </a:xfrm>
          <a:prstGeom prst="rect">
            <a:avLst/>
          </a:prstGeom>
          <a:noFill/>
          <a:ln>
            <a:noFill/>
          </a:ln>
        </p:spPr>
      </p:pic>
      <p:pic>
        <p:nvPicPr>
          <p:cNvPr id="821" name="Google Shape;821;p90"/>
          <p:cNvPicPr preferRelativeResize="0"/>
          <p:nvPr/>
        </p:nvPicPr>
        <p:blipFill>
          <a:blip r:embed="rId5">
            <a:alphaModFix/>
          </a:blip>
          <a:stretch>
            <a:fillRect/>
          </a:stretch>
        </p:blipFill>
        <p:spPr>
          <a:xfrm>
            <a:off x="4267476" y="2483194"/>
            <a:ext cx="480226" cy="417850"/>
          </a:xfrm>
          <a:prstGeom prst="rect">
            <a:avLst/>
          </a:prstGeom>
          <a:noFill/>
          <a:ln>
            <a:noFill/>
          </a:ln>
        </p:spPr>
      </p:pic>
      <p:pic>
        <p:nvPicPr>
          <p:cNvPr id="822" name="Google Shape;822;p90"/>
          <p:cNvPicPr preferRelativeResize="0"/>
          <p:nvPr/>
        </p:nvPicPr>
        <p:blipFill rotWithShape="1">
          <a:blip r:embed="rId6">
            <a:alphaModFix/>
          </a:blip>
          <a:srcRect b="14735" l="0" r="0" t="9033"/>
          <a:stretch/>
        </p:blipFill>
        <p:spPr>
          <a:xfrm>
            <a:off x="5631270" y="2518050"/>
            <a:ext cx="417825" cy="348147"/>
          </a:xfrm>
          <a:prstGeom prst="rect">
            <a:avLst/>
          </a:prstGeom>
          <a:noFill/>
          <a:ln>
            <a:noFill/>
          </a:ln>
        </p:spPr>
      </p:pic>
      <p:pic>
        <p:nvPicPr>
          <p:cNvPr id="823" name="Google Shape;823;p90"/>
          <p:cNvPicPr preferRelativeResize="0"/>
          <p:nvPr/>
        </p:nvPicPr>
        <p:blipFill>
          <a:blip r:embed="rId7">
            <a:alphaModFix/>
          </a:blip>
          <a:stretch>
            <a:fillRect/>
          </a:stretch>
        </p:blipFill>
        <p:spPr>
          <a:xfrm>
            <a:off x="7012101" y="2518051"/>
            <a:ext cx="383000" cy="383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91"/>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800"/>
              <a:t>Study Workflow</a:t>
            </a:r>
            <a:endParaRPr sz="2800"/>
          </a:p>
        </p:txBody>
      </p:sp>
      <p:sp>
        <p:nvSpPr>
          <p:cNvPr id="829" name="Google Shape;829;p91"/>
          <p:cNvSpPr txBox="1"/>
          <p:nvPr>
            <p:ph idx="1" type="body"/>
          </p:nvPr>
        </p:nvSpPr>
        <p:spPr>
          <a:xfrm>
            <a:off x="228600" y="1085850"/>
            <a:ext cx="8550300" cy="291600"/>
          </a:xfrm>
          <a:prstGeom prst="rect">
            <a:avLst/>
          </a:prstGeom>
        </p:spPr>
        <p:txBody>
          <a:bodyPr anchorCtr="0" anchor="t" bIns="34275" lIns="68575" spcFirstLastPara="1" rIns="68575" wrap="square" tIns="34275">
            <a:noAutofit/>
          </a:bodyPr>
          <a:lstStyle/>
          <a:p>
            <a:pPr indent="0" lvl="0" marL="0" rtl="0" algn="l">
              <a:spcBef>
                <a:spcPts val="900"/>
              </a:spcBef>
              <a:spcAft>
                <a:spcPts val="0"/>
              </a:spcAft>
              <a:buNone/>
            </a:pPr>
            <a:r>
              <a:rPr lang="en" sz="1000"/>
              <a:t>The study is operationalized through a linear, five‑stage methodological workflow that transitions from discovery to actionability.</a:t>
            </a:r>
            <a:endParaRPr sz="1000"/>
          </a:p>
        </p:txBody>
      </p:sp>
      <p:graphicFrame>
        <p:nvGraphicFramePr>
          <p:cNvPr id="830" name="Google Shape;830;p91"/>
          <p:cNvGraphicFramePr/>
          <p:nvPr/>
        </p:nvGraphicFramePr>
        <p:xfrm>
          <a:off x="104325" y="1497365"/>
          <a:ext cx="3000000" cy="3000000"/>
        </p:xfrm>
        <a:graphic>
          <a:graphicData uri="http://schemas.openxmlformats.org/drawingml/2006/table">
            <a:tbl>
              <a:tblPr>
                <a:solidFill>
                  <a:srgbClr val="FFFFFF"/>
                </a:solidFill>
                <a:tableStyleId>{C1326A0E-4E08-4F66-98AB-BA6195F68B98}</a:tableStyleId>
              </a:tblPr>
              <a:tblGrid>
                <a:gridCol w="556200"/>
                <a:gridCol w="826375"/>
                <a:gridCol w="5188850"/>
                <a:gridCol w="2363925"/>
              </a:tblGrid>
              <a:tr h="268150">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Stage</a:t>
                      </a:r>
                      <a:endParaRPr b="1" sz="800">
                        <a:solidFill>
                          <a:srgbClr val="0F1115"/>
                        </a:solidFill>
                        <a:highlight>
                          <a:srgbClr val="FFFFFF"/>
                        </a:highlight>
                        <a:latin typeface="Roboto"/>
                        <a:ea typeface="Roboto"/>
                        <a:cs typeface="Roboto"/>
                        <a:sym typeface="Roboto"/>
                      </a:endParaRPr>
                    </a:p>
                  </a:txBody>
                  <a:tcPr marT="95250" marB="95250" marR="152400" marL="91425">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Title</a:t>
                      </a:r>
                      <a:endParaRPr b="1" sz="80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Methodology</a:t>
                      </a:r>
                      <a:endParaRPr b="1" sz="80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800">
                          <a:solidFill>
                            <a:srgbClr val="0F1115"/>
                          </a:solidFill>
                          <a:highlight>
                            <a:srgbClr val="FFFFFF"/>
                          </a:highlight>
                          <a:latin typeface="Roboto"/>
                          <a:ea typeface="Roboto"/>
                          <a:cs typeface="Roboto"/>
                          <a:sym typeface="Roboto"/>
                        </a:rPr>
                        <a:t>Key Output</a:t>
                      </a:r>
                      <a:endParaRPr b="1" sz="800">
                        <a:solidFill>
                          <a:srgbClr val="0F1115"/>
                        </a:solidFill>
                        <a:highlight>
                          <a:srgbClr val="FFFFFF"/>
                        </a:highlight>
                        <a:latin typeface="Roboto"/>
                        <a:ea typeface="Roboto"/>
                        <a:cs typeface="Roboto"/>
                        <a:sym typeface="Roboto"/>
                      </a:endParaRPr>
                    </a:p>
                  </a:txBody>
                  <a:tcPr marT="95250" marB="95250" marR="152400" marL="152400">
                    <a:lnB cap="flat" cmpd="sng" w="10575">
                      <a:solidFill>
                        <a:srgbClr val="000000"/>
                      </a:solidFill>
                      <a:prstDash val="solid"/>
                      <a:round/>
                      <a:headEnd len="sm" w="sm" type="none"/>
                      <a:tailEnd len="sm" w="sm" type="none"/>
                    </a:lnB>
                  </a:tcPr>
                </a:tc>
              </a:tr>
              <a:tr h="44032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1</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Discovery</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Panel SEM with Fixed Effects: Maps cross‑channel causal pathways to produce a geo‑level responsiveness prior (total effect coefficient) without relying on external instruments.</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Causal priors for media channels; Geo‑level responsiveness scores.</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905750">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2</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Design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Weighted DBSCAN (Correlation Distance): Applies metric='correlation', eps=0.10 (r &gt; 0.90), and SEM‑derived empirical feature weights to create dense cohorts while isolating noise. Cluster‑Constrained Greedy Matching: Executes Google Matched Markets independently within each cohort to select test/control pairs, preventing cross‑type matches.</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Homogeneous geo cohorts (Dense DMAs retained); Matched test/control pairs.</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2287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3</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Simulation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Synthetic Data Injection: Imposes a known "true" lift (e.g., ±$45,000) onto the matched design to simulate the test period and calculate the Minimum Detectable Effect (MDE) against α=0.10 and power=0.80.</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Power analysis (MDE); Simulated ground truth for validation.</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3997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4</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Validation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Safety Gates &amp; Diagnostics: Runs AA tests, drift checks, correlation diagnostics, and pre‑period model fit metrics (RMSE, R²) to ensure structural integrity of the counterfactual before live execution.</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Model diagnostics (RMSE, MAPE); Stability Analysis.</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22875">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5</a:t>
                      </a:r>
                      <a:endParaRPr sz="800">
                        <a:solidFill>
                          <a:srgbClr val="0F1115"/>
                        </a:solidFill>
                        <a:highlight>
                          <a:srgbClr val="FFFFFF"/>
                        </a:highlight>
                        <a:latin typeface="Roboto"/>
                        <a:ea typeface="Roboto"/>
                        <a:cs typeface="Roboto"/>
                        <a:sym typeface="Roboto"/>
                      </a:endParaRPr>
                    </a:p>
                  </a:txBody>
                  <a:tcPr marT="95250" marB="95250" marR="152400" marL="91425">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Analysis</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Triangulated Causal Estimation: Applies Time-Based Regression, Machine Learning (QRF), and Bayesian Structural Time‑Series (CausalImpact) to the post‑period data. Ensemble uses a 2‑out‑of‑3 consensus rule to determine statistical significance.</a:t>
                      </a:r>
                      <a:endParaRPr sz="800">
                        <a:solidFill>
                          <a:srgbClr val="0F1115"/>
                        </a:solidFill>
                        <a:highlight>
                          <a:srgbClr val="FFFFFF"/>
                        </a:highlight>
                        <a:latin typeface="Roboto"/>
                        <a:ea typeface="Roboto"/>
                        <a:cs typeface="Roboto"/>
                        <a:sym typeface="Roboto"/>
                      </a:endParaRPr>
                    </a:p>
                  </a:txBody>
                  <a:tcPr marT="95250" marB="95250" marR="152400"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800">
                          <a:solidFill>
                            <a:srgbClr val="0F1115"/>
                          </a:solidFill>
                          <a:highlight>
                            <a:srgbClr val="FFFFFF"/>
                          </a:highlight>
                          <a:latin typeface="Roboto"/>
                          <a:ea typeface="Roboto"/>
                          <a:cs typeface="Roboto"/>
                          <a:sym typeface="Roboto"/>
                        </a:rPr>
                        <a:t>90% Confidence Intervals; Statistical significance verdict; Strategic Playbook (Budget &amp; ROI Recommendation).</a:t>
                      </a:r>
                      <a:endParaRPr sz="800">
                        <a:solidFill>
                          <a:srgbClr val="0F1115"/>
                        </a:solidFill>
                        <a:highlight>
                          <a:srgbClr val="FFFFFF"/>
                        </a:highlight>
                        <a:latin typeface="Roboto"/>
                        <a:ea typeface="Roboto"/>
                        <a:cs typeface="Roboto"/>
                        <a:sym typeface="Roboto"/>
                      </a:endParaRPr>
                    </a:p>
                  </a:txBody>
                  <a:tcPr marT="95250" marB="95250" marR="91425" marL="152400">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92"/>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800"/>
              <a:t>Significance of the Study</a:t>
            </a:r>
            <a:endParaRPr sz="2800"/>
          </a:p>
        </p:txBody>
      </p:sp>
      <p:sp>
        <p:nvSpPr>
          <p:cNvPr id="836" name="Google Shape;836;p92"/>
          <p:cNvSpPr txBox="1"/>
          <p:nvPr>
            <p:ph idx="1" type="body"/>
          </p:nvPr>
        </p:nvSpPr>
        <p:spPr>
          <a:xfrm>
            <a:off x="228600" y="1200150"/>
            <a:ext cx="8550300" cy="3610800"/>
          </a:xfrm>
          <a:prstGeom prst="rect">
            <a:avLst/>
          </a:prstGeom>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rgbClr val="0F1115"/>
                </a:solidFill>
                <a:highlight>
                  <a:srgbClr val="FFFFFF"/>
                </a:highlight>
                <a:latin typeface="Roboto"/>
                <a:ea typeface="Roboto"/>
                <a:cs typeface="Roboto"/>
                <a:sym typeface="Roboto"/>
              </a:rPr>
              <a:t>This research makes the distinct contributions to the causal inference and marketing science literature:</a:t>
            </a: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120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Bridging Observational Priors and Experimental Design: </a:t>
            </a:r>
            <a:r>
              <a:rPr lang="en" sz="1100">
                <a:solidFill>
                  <a:srgbClr val="0F1115"/>
                </a:solidFill>
                <a:highlight>
                  <a:srgbClr val="FFFFFF"/>
                </a:highlight>
                <a:latin typeface="Roboto"/>
                <a:ea typeface="Roboto"/>
                <a:cs typeface="Roboto"/>
                <a:sym typeface="Roboto"/>
              </a:rPr>
              <a:t>It empirically demonstrates that causal information derived from pre‑experiment observational data (SEM) can be systematically transferred to improve the stratification and matching of geo‑experiments, providing a formal bridge between correlational MMM and experimental lift studies.</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De‑biasing the Greedy Algorithm:</a:t>
            </a:r>
            <a:r>
              <a:rPr lang="en" sz="1100">
                <a:solidFill>
                  <a:srgbClr val="0F1115"/>
                </a:solidFill>
                <a:highlight>
                  <a:srgbClr val="FFFFFF"/>
                </a:highlight>
                <a:latin typeface="Roboto"/>
                <a:ea typeface="Roboto"/>
                <a:cs typeface="Roboto"/>
                <a:sym typeface="Roboto"/>
              </a:rPr>
              <a:t> By constraining greedy matching within DBSCAN cohorts, the study formally addresses the "treatment effect heterogeneity" problem that plagues standard synthetic control designs. It provides a replicable algorithm for ensuring that matched markets are not only similar in outcome trends but also in structural responsiveness to media.</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Methodological Triangulation:</a:t>
            </a:r>
            <a:r>
              <a:rPr lang="en" sz="1100">
                <a:solidFill>
                  <a:srgbClr val="0F1115"/>
                </a:solidFill>
                <a:highlight>
                  <a:srgbClr val="FFFFFF"/>
                </a:highlight>
                <a:latin typeface="Roboto"/>
                <a:ea typeface="Roboto"/>
                <a:cs typeface="Roboto"/>
                <a:sym typeface="Roboto"/>
              </a:rPr>
              <a:t> The ensemble approach (DiD, QRF, CausalImpact) offers a novel robustness framework for marketing science, moving away from single‑point estimates and toward "consensus‑based" causal inference.</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Budget Optimization:</a:t>
            </a:r>
            <a:r>
              <a:rPr lang="en" sz="1100">
                <a:solidFill>
                  <a:srgbClr val="0F1115"/>
                </a:solidFill>
                <a:highlight>
                  <a:srgbClr val="FFFFFF"/>
                </a:highlight>
                <a:latin typeface="Roboto"/>
                <a:ea typeface="Roboto"/>
                <a:cs typeface="Roboto"/>
                <a:sym typeface="Roboto"/>
              </a:rPr>
              <a:t> By ensuring a 2.5x iROAS detection capability with high confidence, the framework allows marketers to confidently scale or reduce channel investments. The simulation confirms that the signal (estimated lift) penetrates natural market noise, reducing the risk of misallocating multi‑million dollar budgets.</a:t>
            </a:r>
            <a:br>
              <a:rPr lang="en" sz="1100">
                <a:solidFill>
                  <a:srgbClr val="0F1115"/>
                </a:solidFill>
                <a:highlight>
                  <a:srgbClr val="FFFFFF"/>
                </a:highlight>
                <a:latin typeface="Roboto"/>
                <a:ea typeface="Roboto"/>
                <a:cs typeface="Roboto"/>
                <a:sym typeface="Roboto"/>
              </a:rPr>
            </a:br>
            <a:endParaRPr sz="1100">
              <a:solidFill>
                <a:srgbClr val="0F1115"/>
              </a:solidFill>
              <a:highlight>
                <a:srgbClr val="FFFFFF"/>
              </a:highlight>
              <a:latin typeface="Roboto"/>
              <a:ea typeface="Roboto"/>
              <a:cs typeface="Roboto"/>
              <a:sym typeface="Roboto"/>
            </a:endParaRPr>
          </a:p>
          <a:p>
            <a:pPr indent="-298450" lvl="0" marL="457200" rtl="0" algn="l">
              <a:lnSpc>
                <a:spcPct val="115000"/>
              </a:lnSpc>
              <a:spcBef>
                <a:spcPts val="0"/>
              </a:spcBef>
              <a:spcAft>
                <a:spcPts val="0"/>
              </a:spcAft>
              <a:buClr>
                <a:srgbClr val="0F1115"/>
              </a:buClr>
              <a:buSzPts val="1100"/>
              <a:buFont typeface="Roboto"/>
              <a:buAutoNum type="arabicPeriod"/>
            </a:pPr>
            <a:r>
              <a:rPr b="1" lang="en" sz="1100">
                <a:solidFill>
                  <a:srgbClr val="0F1115"/>
                </a:solidFill>
                <a:highlight>
                  <a:srgbClr val="FFFFFF"/>
                </a:highlight>
                <a:latin typeface="Roboto"/>
                <a:ea typeface="Roboto"/>
                <a:cs typeface="Roboto"/>
                <a:sym typeface="Roboto"/>
              </a:rPr>
              <a:t>Credibility in Measurement:</a:t>
            </a:r>
            <a:r>
              <a:rPr lang="en" sz="1100">
                <a:solidFill>
                  <a:srgbClr val="0F1115"/>
                </a:solidFill>
                <a:highlight>
                  <a:srgbClr val="FFFFFF"/>
                </a:highlight>
                <a:latin typeface="Roboto"/>
                <a:ea typeface="Roboto"/>
                <a:cs typeface="Roboto"/>
                <a:sym typeface="Roboto"/>
              </a:rPr>
              <a:t> The triangulation framework provides leadership with high‑certainty evidence. The Bayesian tail‑area p‑value (p &lt; 0.01) and the narrow 95% confidence intervals offer robust defense against skepticism regarding "ad waste."</a:t>
            </a:r>
            <a:endParaRPr sz="1100">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93"/>
          <p:cNvSpPr txBox="1"/>
          <p:nvPr>
            <p:ph type="ctrTitle"/>
          </p:nvPr>
        </p:nvSpPr>
        <p:spPr>
          <a:xfrm>
            <a:off x="533400" y="1771650"/>
            <a:ext cx="8028000" cy="7431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Methodology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94"/>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Step 1 – Causal Discovery (SEM)</a:t>
            </a:r>
            <a:endParaRPr sz="2400"/>
          </a:p>
        </p:txBody>
      </p:sp>
      <p:sp>
        <p:nvSpPr>
          <p:cNvPr id="847" name="Google Shape;847;p94"/>
          <p:cNvSpPr txBox="1"/>
          <p:nvPr>
            <p:ph idx="1" type="body"/>
          </p:nvPr>
        </p:nvSpPr>
        <p:spPr>
          <a:xfrm>
            <a:off x="228600" y="1312575"/>
            <a:ext cx="4844100" cy="3372000"/>
          </a:xfrm>
          <a:prstGeom prst="rect">
            <a:avLst/>
          </a:prstGeom>
        </p:spPr>
        <p:txBody>
          <a:bodyPr anchorCtr="0" anchor="t" bIns="34275" lIns="68575" spcFirstLastPara="1" rIns="68575" wrap="square" tIns="34275">
            <a:noAutofit/>
          </a:bodyPr>
          <a:lstStyle/>
          <a:p>
            <a:pPr indent="0" lvl="0" marL="0" rtl="0" algn="l">
              <a:spcBef>
                <a:spcPts val="900"/>
              </a:spcBef>
              <a:spcAft>
                <a:spcPts val="0"/>
              </a:spcAft>
              <a:buNone/>
            </a:pPr>
            <a:r>
              <a:rPr lang="en" sz="1400"/>
              <a:t>Structural Equation Modeling (SEM) dynamically maps how different paid media channels influence each other.</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rPr lang="en" sz="1400"/>
              <a:t>This allows us to visually validate causal assumptions before committing budget, guaranteeing we select the channel providing the cleanest incremental signal.</a:t>
            </a:r>
            <a:endParaRPr sz="1400"/>
          </a:p>
        </p:txBody>
      </p:sp>
      <p:pic>
        <p:nvPicPr>
          <p:cNvPr id="848" name="Google Shape;848;p94"/>
          <p:cNvPicPr preferRelativeResize="0"/>
          <p:nvPr/>
        </p:nvPicPr>
        <p:blipFill>
          <a:blip r:embed="rId3">
            <a:alphaModFix/>
          </a:blip>
          <a:stretch>
            <a:fillRect/>
          </a:stretch>
        </p:blipFill>
        <p:spPr>
          <a:xfrm>
            <a:off x="5497150" y="628650"/>
            <a:ext cx="3428125" cy="39953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95"/>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Step 2 – Market Clustering (DBSCAN)</a:t>
            </a:r>
            <a:endParaRPr sz="2400"/>
          </a:p>
        </p:txBody>
      </p:sp>
      <p:sp>
        <p:nvSpPr>
          <p:cNvPr id="854" name="Google Shape;854;p95"/>
          <p:cNvSpPr txBox="1"/>
          <p:nvPr>
            <p:ph idx="1" type="body"/>
          </p:nvPr>
        </p:nvSpPr>
        <p:spPr>
          <a:xfrm>
            <a:off x="228600" y="1326625"/>
            <a:ext cx="8442000" cy="1179300"/>
          </a:xfrm>
          <a:prstGeom prst="rect">
            <a:avLst/>
          </a:prstGeom>
        </p:spPr>
        <p:txBody>
          <a:bodyPr anchorCtr="0" anchor="t" bIns="34275" lIns="68575" spcFirstLastPara="1" rIns="68575" wrap="square" tIns="34275">
            <a:noAutofit/>
          </a:bodyPr>
          <a:lstStyle/>
          <a:p>
            <a:pPr indent="0" lvl="0" marL="0" rtl="0" algn="l">
              <a:spcBef>
                <a:spcPts val="900"/>
              </a:spcBef>
              <a:spcAft>
                <a:spcPts val="0"/>
              </a:spcAft>
              <a:buNone/>
            </a:pPr>
            <a:r>
              <a:rPr lang="en" sz="1400"/>
              <a:t>Clustering automates objective market selection, effectively addressing geographic heterogeneity.</a:t>
            </a:r>
            <a:endParaRPr sz="1400"/>
          </a:p>
          <a:p>
            <a:pPr indent="0" lvl="0" marL="0" rtl="0" algn="l">
              <a:spcBef>
                <a:spcPts val="900"/>
              </a:spcBef>
              <a:spcAft>
                <a:spcPts val="0"/>
              </a:spcAft>
              <a:buNone/>
            </a:pPr>
            <a:r>
              <a:t/>
            </a:r>
            <a:endParaRPr sz="1400"/>
          </a:p>
          <a:p>
            <a:pPr indent="0" lvl="0" marL="0" rtl="0" algn="l">
              <a:spcBef>
                <a:spcPts val="900"/>
              </a:spcBef>
              <a:spcAft>
                <a:spcPts val="0"/>
              </a:spcAft>
              <a:buNone/>
            </a:pPr>
            <a:r>
              <a:rPr lang="en" sz="1400"/>
              <a:t>The algorithm mathematically groups regions based on historical trajectories, expenditure, and temporal patterns to ensure available control markets are perfectly homogenous twins.</a:t>
            </a:r>
            <a:endParaRPr sz="1400"/>
          </a:p>
        </p:txBody>
      </p:sp>
      <p:pic>
        <p:nvPicPr>
          <p:cNvPr id="855" name="Google Shape;855;p95"/>
          <p:cNvPicPr preferRelativeResize="0"/>
          <p:nvPr/>
        </p:nvPicPr>
        <p:blipFill>
          <a:blip r:embed="rId3">
            <a:alphaModFix/>
          </a:blip>
          <a:stretch>
            <a:fillRect/>
          </a:stretch>
        </p:blipFill>
        <p:spPr>
          <a:xfrm>
            <a:off x="84150" y="2571750"/>
            <a:ext cx="8839200" cy="205513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96"/>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Step 3 – Safety &amp; Execution</a:t>
            </a:r>
            <a:endParaRPr sz="2400"/>
          </a:p>
        </p:txBody>
      </p:sp>
      <p:sp>
        <p:nvSpPr>
          <p:cNvPr id="861" name="Google Shape;861;p96"/>
          <p:cNvSpPr txBox="1"/>
          <p:nvPr>
            <p:ph idx="1" type="body"/>
          </p:nvPr>
        </p:nvSpPr>
        <p:spPr>
          <a:xfrm>
            <a:off x="228600" y="1200150"/>
            <a:ext cx="8772000" cy="1284600"/>
          </a:xfrm>
          <a:prstGeom prst="rect">
            <a:avLst/>
          </a:prstGeom>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sz="1400"/>
              <a:t>Algorithmic gatekeepers force the design through rigorous validation before generating the Execution Playbook.</a:t>
            </a:r>
            <a:endParaRPr sz="1400"/>
          </a:p>
          <a:p>
            <a:pPr indent="0" lvl="0" marL="0" rtl="0" algn="l">
              <a:lnSpc>
                <a:spcPct val="115000"/>
              </a:lnSpc>
              <a:spcBef>
                <a:spcPts val="1200"/>
              </a:spcBef>
              <a:spcAft>
                <a:spcPts val="0"/>
              </a:spcAft>
              <a:buClr>
                <a:schemeClr val="dk1"/>
              </a:buClr>
              <a:buSzPts val="1100"/>
              <a:buFont typeface="Arial"/>
              <a:buNone/>
            </a:pPr>
            <a:r>
              <a:rPr lang="en" sz="1400"/>
              <a:t>The system automatically executes A/A Placebo tests, scans for autocorrelation via Durbin-Watson, and monitors model drift using Brownian Bridge diagnostics.</a:t>
            </a:r>
            <a:endParaRPr sz="1400"/>
          </a:p>
          <a:p>
            <a:pPr indent="0" lvl="0" marL="0" rtl="0" algn="l">
              <a:spcBef>
                <a:spcPts val="1200"/>
              </a:spcBef>
              <a:spcAft>
                <a:spcPts val="0"/>
              </a:spcAft>
              <a:buNone/>
            </a:pPr>
            <a:r>
              <a:t/>
            </a:r>
            <a:endParaRPr sz="1400"/>
          </a:p>
        </p:txBody>
      </p:sp>
      <p:pic>
        <p:nvPicPr>
          <p:cNvPr id="862" name="Google Shape;862;p96"/>
          <p:cNvPicPr preferRelativeResize="0"/>
          <p:nvPr/>
        </p:nvPicPr>
        <p:blipFill>
          <a:blip r:embed="rId3">
            <a:alphaModFix/>
          </a:blip>
          <a:stretch>
            <a:fillRect/>
          </a:stretch>
        </p:blipFill>
        <p:spPr>
          <a:xfrm>
            <a:off x="152400" y="2637150"/>
            <a:ext cx="8839200" cy="164474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97"/>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Step 4 – Recommendation Analysis</a:t>
            </a:r>
            <a:endParaRPr sz="2400"/>
          </a:p>
        </p:txBody>
      </p:sp>
      <p:pic>
        <p:nvPicPr>
          <p:cNvPr id="868" name="Google Shape;868;p97"/>
          <p:cNvPicPr preferRelativeResize="0"/>
          <p:nvPr/>
        </p:nvPicPr>
        <p:blipFill>
          <a:blip r:embed="rId3">
            <a:alphaModFix/>
          </a:blip>
          <a:stretch>
            <a:fillRect/>
          </a:stretch>
        </p:blipFill>
        <p:spPr>
          <a:xfrm>
            <a:off x="152400" y="1238250"/>
            <a:ext cx="8839199" cy="21711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98"/>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Step 5 – Recommendation Analysis</a:t>
            </a:r>
            <a:endParaRPr sz="2400"/>
          </a:p>
        </p:txBody>
      </p:sp>
      <p:pic>
        <p:nvPicPr>
          <p:cNvPr id="874" name="Google Shape;874;p98"/>
          <p:cNvPicPr preferRelativeResize="0"/>
          <p:nvPr/>
        </p:nvPicPr>
        <p:blipFill>
          <a:blip r:embed="rId3">
            <a:alphaModFix/>
          </a:blip>
          <a:stretch>
            <a:fillRect/>
          </a:stretch>
        </p:blipFill>
        <p:spPr>
          <a:xfrm>
            <a:off x="152400" y="1238250"/>
            <a:ext cx="8839198" cy="2449416"/>
          </a:xfrm>
          <a:prstGeom prst="rect">
            <a:avLst/>
          </a:prstGeom>
          <a:noFill/>
          <a:ln>
            <a:noFill/>
          </a:ln>
        </p:spPr>
      </p:pic>
      <p:pic>
        <p:nvPicPr>
          <p:cNvPr id="875" name="Google Shape;875;p98"/>
          <p:cNvPicPr preferRelativeResize="0"/>
          <p:nvPr/>
        </p:nvPicPr>
        <p:blipFill>
          <a:blip r:embed="rId4">
            <a:alphaModFix/>
          </a:blip>
          <a:stretch>
            <a:fillRect/>
          </a:stretch>
        </p:blipFill>
        <p:spPr>
          <a:xfrm>
            <a:off x="152400" y="3840066"/>
            <a:ext cx="8220733" cy="11510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99"/>
          <p:cNvSpPr txBox="1"/>
          <p:nvPr>
            <p:ph type="title"/>
          </p:nvPr>
        </p:nvSpPr>
        <p:spPr>
          <a:xfrm>
            <a:off x="342900" y="0"/>
            <a:ext cx="7886700" cy="994200"/>
          </a:xfrm>
          <a:prstGeom prst="rect">
            <a:avLst/>
          </a:prstGeom>
        </p:spPr>
        <p:txBody>
          <a:bodyPr anchorCtr="0" anchor="t" bIns="34275" lIns="68575" spcFirstLastPara="1" rIns="68575" wrap="square" tIns="274325">
            <a:noAutofit/>
          </a:bodyPr>
          <a:lstStyle/>
          <a:p>
            <a:pPr indent="0" lvl="0" marL="0" rtl="0" algn="l">
              <a:spcBef>
                <a:spcPts val="0"/>
              </a:spcBef>
              <a:spcAft>
                <a:spcPts val="0"/>
              </a:spcAft>
              <a:buNone/>
            </a:pPr>
            <a:r>
              <a:rPr lang="en" sz="2400"/>
              <a:t>Step 6 – Recommendation Analysis</a:t>
            </a:r>
            <a:endParaRPr sz="2400"/>
          </a:p>
          <a:p>
            <a:pPr indent="0" lvl="0" marL="0" rtl="0" algn="l">
              <a:spcBef>
                <a:spcPts val="0"/>
              </a:spcBef>
              <a:spcAft>
                <a:spcPts val="0"/>
              </a:spcAft>
              <a:buNone/>
            </a:pPr>
            <a:r>
              <a:t/>
            </a:r>
            <a:endParaRPr/>
          </a:p>
        </p:txBody>
      </p:sp>
      <p:pic>
        <p:nvPicPr>
          <p:cNvPr id="881" name="Google Shape;881;p99"/>
          <p:cNvPicPr preferRelativeResize="0"/>
          <p:nvPr/>
        </p:nvPicPr>
        <p:blipFill>
          <a:blip r:embed="rId3">
            <a:alphaModFix/>
          </a:blip>
          <a:stretch>
            <a:fillRect/>
          </a:stretch>
        </p:blipFill>
        <p:spPr>
          <a:xfrm>
            <a:off x="168625" y="1262250"/>
            <a:ext cx="5016500" cy="1551575"/>
          </a:xfrm>
          <a:prstGeom prst="rect">
            <a:avLst/>
          </a:prstGeom>
          <a:noFill/>
          <a:ln>
            <a:noFill/>
          </a:ln>
        </p:spPr>
      </p:pic>
      <p:pic>
        <p:nvPicPr>
          <p:cNvPr id="882" name="Google Shape;882;p99"/>
          <p:cNvPicPr preferRelativeResize="0"/>
          <p:nvPr/>
        </p:nvPicPr>
        <p:blipFill>
          <a:blip r:embed="rId4">
            <a:alphaModFix/>
          </a:blip>
          <a:stretch>
            <a:fillRect/>
          </a:stretch>
        </p:blipFill>
        <p:spPr>
          <a:xfrm>
            <a:off x="121475" y="2699500"/>
            <a:ext cx="5282375" cy="1942775"/>
          </a:xfrm>
          <a:prstGeom prst="rect">
            <a:avLst/>
          </a:prstGeom>
          <a:noFill/>
          <a:ln>
            <a:noFill/>
          </a:ln>
        </p:spPr>
      </p:pic>
      <p:pic>
        <p:nvPicPr>
          <p:cNvPr id="883" name="Google Shape;883;p99"/>
          <p:cNvPicPr preferRelativeResize="0"/>
          <p:nvPr/>
        </p:nvPicPr>
        <p:blipFill>
          <a:blip r:embed="rId5">
            <a:alphaModFix/>
          </a:blip>
          <a:stretch>
            <a:fillRect/>
          </a:stretch>
        </p:blipFill>
        <p:spPr>
          <a:xfrm>
            <a:off x="5542150" y="1670938"/>
            <a:ext cx="3435349" cy="180163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ssembly_Theme">
  <a:themeElements>
    <a:clrScheme name="Assembly NEW colors 22">
      <a:dk1>
        <a:srgbClr val="000000"/>
      </a:dk1>
      <a:lt1>
        <a:srgbClr val="FFFFFF"/>
      </a:lt1>
      <a:dk2>
        <a:srgbClr val="1E1A34"/>
      </a:dk2>
      <a:lt2>
        <a:srgbClr val="F3F3F2"/>
      </a:lt2>
      <a:accent1>
        <a:srgbClr val="F9423A"/>
      </a:accent1>
      <a:accent2>
        <a:srgbClr val="FFA3B5"/>
      </a:accent2>
      <a:accent3>
        <a:srgbClr val="FF6A14"/>
      </a:accent3>
      <a:accent4>
        <a:srgbClr val="FFB549"/>
      </a:accent4>
      <a:accent5>
        <a:srgbClr val="00897B"/>
      </a:accent5>
      <a:accent6>
        <a:srgbClr val="00B176"/>
      </a:accent6>
      <a:hlink>
        <a:srgbClr val="007096"/>
      </a:hlink>
      <a:folHlink>
        <a:srgbClr val="0099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